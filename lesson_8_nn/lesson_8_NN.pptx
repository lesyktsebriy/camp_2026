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6.xml" ContentType="application/vnd.openxmlformats-officedocument.theme+xml"/>
  <Override PartName="/ppt/slideLayouts/_rels/slideLayout6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29.png" ContentType="image/png"/>
  <Override PartName="/ppt/media/image28.png" ContentType="image/png"/>
  <Override PartName="/ppt/media/image27.png" ContentType="image/png"/>
  <Override PartName="/ppt/media/image26.png" ContentType="image/png"/>
  <Override PartName="/ppt/media/image25.png" ContentType="image/png"/>
  <Override PartName="/ppt/media/image24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17.png" ContentType="image/png"/>
  <Override PartName="/ppt/media/image8.png" ContentType="image/png"/>
  <Override PartName="/ppt/media/image12.png" ContentType="image/png"/>
  <Override PartName="/ppt/media/image35.png" ContentType="image/png"/>
  <Override PartName="/ppt/media/image3.png" ContentType="image/png"/>
  <Override PartName="/ppt/media/image10.png" ContentType="image/png"/>
  <Override PartName="/ppt/media/image33.png" ContentType="image/png"/>
  <Override PartName="/ppt/media/image1.png" ContentType="image/png"/>
  <Override PartName="/ppt/media/image30.png" ContentType="image/png"/>
  <Override PartName="/ppt/media/image31.png" ContentType="image/png"/>
  <Override PartName="/ppt/media/image32.png" ContentType="image/png"/>
  <Override PartName="/ppt/media/image38.png" ContentType="image/png"/>
  <Override PartName="/ppt/media/image39.jpeg" ContentType="image/jpeg"/>
  <Override PartName="/ppt/media/image15.png" ContentType="image/png"/>
  <Override PartName="/ppt/media/image11.png" ContentType="image/png"/>
  <Override PartName="/ppt/media/image2.png" ContentType="image/png"/>
  <Override PartName="/ppt/media/image34.png" ContentType="image/png"/>
  <Override PartName="/ppt/media/image7.png" ContentType="image/png"/>
  <Override PartName="/ppt/media/image16.png" ContentType="image/png"/>
  <Override PartName="/ppt/media/image13.png" ContentType="image/png"/>
  <Override PartName="/ppt/media/image4.png" ContentType="image/png"/>
  <Override PartName="/ppt/media/image36.png" ContentType="image/png"/>
  <Override PartName="/ppt/media/image9.png" ContentType="image/png"/>
  <Override PartName="/ppt/media/image6.jpeg" ContentType="image/jpeg"/>
  <Override PartName="/ppt/media/image18.png" ContentType="image/png"/>
  <Override PartName="/ppt/media/image20.png" ContentType="image/png"/>
  <Override PartName="/ppt/media/image37.png" ContentType="image/png"/>
  <Override PartName="/ppt/media/image5.png" ContentType="image/png"/>
  <Override PartName="/ppt/media/image14.png" ContentType="image/png"/>
  <Override PartName="/ppt/comments/comment4.xml" ContentType="application/vnd.openxmlformats-officedocument.presentationml.comments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25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25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notesSlides/notesSlide4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2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8.xml.rels" ContentType="application/vnd.openxmlformats-package.relationships+xml"/>
  <Override PartName="/ppt/notesSlides/_rels/notesSlide21.xml.rels" ContentType="application/vnd.openxmlformats-package.relationships+xml"/>
  <Override PartName="/ppt/notesSlides/_rels/notesSlide7.xml.rels" ContentType="application/vnd.openxmlformats-package.relationships+xml"/>
  <Override PartName="/ppt/notesSlides/_rels/notesSlide20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9.xml.rels" ContentType="application/vnd.openxmlformats-package.relationships+xml"/>
  <Override PartName="/ppt/notesSlides/_rels/notesSlide4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24.xml" ContentType="application/vnd.openxmlformats-officedocument.presentationml.notesSlide+xml"/>
  <Override PartName="/ppt/commentAuthors.xml" ContentType="application/vnd.openxmlformats-officedocument.presentationml.commentAuthor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3" r:id="rId3"/>
    <p:sldMasterId id="214748365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</p:sldIdLst>
  <p:sldSz cx="9144000" cy="5143500"/>
  <p:notesSz cx="6858000" cy="9144000"/>
</p:presentation>
</file>

<file path=ppt/commentAuthors.xml><?xml version="1.0" encoding="utf-8"?>
<p:cmAuthorLst xmlns:p="http://schemas.openxmlformats.org/presentationml/2006/main">
  <p:cmAuthor id="0" name="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4.xml"/><Relationship Id="rId4" Type="http://schemas.openxmlformats.org/officeDocument/2006/relationships/slideMaster" Target="slideMasters/slideMaster5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presProps" Target="presProps.xml"/><Relationship Id="rId32" Type="http://schemas.openxmlformats.org/officeDocument/2006/relationships/commentAuthors" Target="commentAuthors.xml"/>
</Relationships>
</file>

<file path=ppt/comments/comment4.xml><?xml version="1.0" encoding="utf-8"?>
<p:cmLst xmlns:p="http://schemas.openxmlformats.org/presentationml/2006/main">
  <p:cm authorId="0" dt="2026-04-08T18:25:40.000000000" idx="1">
    <p:pos x="0" y="0"/>
    <p:text/>
  </p:cm>
</p:cmLst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US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7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8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9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90A234D-2563-4438-8A9F-55DB0BB1A2E0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280"/>
          </a:xfrm>
          <a:prstGeom prst="rect">
            <a:avLst/>
          </a:prstGeom>
          <a:ln w="0">
            <a:noFill/>
          </a:ln>
        </p:spPr>
      </p:sp>
      <p:sp>
        <p:nvSpPr>
          <p:cNvPr id="18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Колеги, вітаю! Сьогодні у нас на слайді — справжня еволюція в машинному навчанні. Ми дивимось, як з простої ідеї, наче з однієї цеглинки, виростає цілий хмарочос. По суті, логістична регресія — це нейромережа в мінімальній комплектації, її пра-пра-прадід.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Життєва аналогія: Прийняття рішення про покупку авто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Уявіть, що ви вирішуєте, чи купувати автомобіль.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Підхід №1: Логістична регресія (один експерт)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Ви — дуже прагматична людина. Ви берете список характеристик: ціна, розхід пального, рік випуску, колір. Для кожної характеристики у вас в голові є свій "коефіцієнт важливості" (наприклад, ціна важливіша за колір). Ви просто сумуєте всі "за" і "проти" з урахуванням цих ваг і приймаєте фінальне рішення: "Так, купую" або "Ні, не купую". Все. Один крок, одне рішення.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Підхід №2: Нейронна мережа (команда експертів)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А тепер уявіть, що ви зібрали цілу команду для поради.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Перший рівень експертів (прихований шар): Ви даєте той самий список характеристик трьом друзям.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Перший друг — "Економ". Він дивиться на ціну і розхід пального і каже: "З точки зору економії, це вигідний варіант".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Другий друг — "Практик". Він дивиться на рік випуску і пробіг і робить висновок: "Машина надійна і не потребуватиме ремонту найближчим часом".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Третій друг — "Естет". Він оцінює колір та дизайн і каже: "Виглядає вона просто чудово!".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Фінальний рівень (вихідний шар): Тепер ви, як головний "нейрон", вже не дивитесь на початкові цифри. Ви слухаєте висновки своїх друзів: "вигідна", "надійна", "красива". І на основі цих узагальнених, більш якісних висновків приймаєте фінальне рішення про покупку.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Розбір нашого слайда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Тепер подивімось на схеми, і все стане на свої місця.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Зліва (Logistic Regression): Бачите, як усі вхідні дані (характеристики авто x₁, x₂...) сходяться в один-єдиний обчислювальний блок (Z та σ)? Це наш "один експерт", який миттєво зважує все і видає вердикт ŷ (купувати чи ні). Процес плаский, однорівневий.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Справа (Neural Network): А тут все цікавіше. Вхідні дані x спочатку потрапляють на цілий шар "нейронів-експертів" (a¹₁, a¹₂...). Це наші друзі "Економ", "Практик" та "Естет". Кожен з них робить свій проміжний висновок. І тільки потім ці висновки передаються далі, на фінальний нейрон a², який, наче ви, приймає остаточне рішення ŷ.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Нейромережа сильніша, бо вона може автоматично знаходити ці проміжні, корисні концепції ("економічність", "надійність"), які не завжди очевидні з сирих даних.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Короткий підсумок (Takeaway)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Логістична регресія — це найпростіша нейромережа без прихованих шарів; додаючи ці шари, ми дозволяємо моделі самостійно створювати проміжні ознаки і знаходити значно складніші закономірності в даних.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Кому цікаво, як саме ці "експерти" вчаться і домовляються між собою, — раджу почитати про алгоритм зворотного поширення помилки (backpropagation). Це той механізм, який дозволяє їм "тренуватися" на даних.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280"/>
          </a:xfrm>
          <a:prstGeom prst="rect">
            <a:avLst/>
          </a:prstGeom>
          <a:ln w="0">
            <a:noFill/>
          </a:ln>
        </p:spPr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Якщо на попередньому слайді ми бачили "архітектуру" (хто з ким товаришує), то тут перед нами — математичний конвеєр. Ми дивимось на те, як дані подорожують від входу до фінального результату.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Життєва аналогія: Приготування складної страви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Уявіть, що ви готуєте вечерю.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Логістична регресія (Верхня схема): Це приготування звичайного бутерброда. Ви берете хліб, масло, ковбасу (це ваші X), швиденько їх складаєте докупи і отримуєте результат. Один етап, мінімум зусиль.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Нейронна мережа (Нижня схема): Це вже ресторанна страва.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Перший етап: Ви берете сирі овочі (A[0]), миєте їх, чистите і робите зажарку (A[1]).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Другий етап: Ви не їсте зажарку просто так. Ви додаєте її в бульйон, варите, додаєте спеції і тільки тоді отримуєте фінальний борщ (A[2]).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Бачите логіку? Вихід першого етапу стає входом для другого. Ми не просто змішуємо інгредієнти, ми їх трансформуємо кілька разів.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Розбір конвеєра (що в коробках?)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Зверніть увагу на ці прямокутники, вони повторюються: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Блок Z=W@X+bZ=W@X+b: Це "зважування". Ми беремо дані (X), множимо на їхню важливість (W) і додаємо невелике зміщення (b), щоб підлаштувати результат. Це база будь-якого розрахунку.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Блок A=σ(Z): Це наш "фільтр" або функція активації. Вона каже: "Наскільки цей сигнал важливий?". Вона перетворює будь-яке число на зрозумілий формат (наприклад, від 0 до 1), щоб наступний шар міг з цим працювати.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Ланцюжок у Нейромережі: Подивіться на нижню частину. Результат першого кроку — A[1] — миттєво стає "паливом" для наступного кроку. Ми наче передаємо естафетну паличку. Чим більше таких кроків (шарів), тим "глибшою" стає мережа (Deep Learning).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Блок L(A,Y): Це наш "контроль якості" (Loss function). У самому кінці ми порівнюємо те, що в нас вийшло (A), з тим, що мало бути насправді (Y). Якщо борщ пересолений — система отримує сигнал, що треба підкрутити налаштування W та b на наступний раз.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280"/>
          </a:xfrm>
          <a:prstGeom prst="rect">
            <a:avLst/>
          </a:prstGeom>
          <a:ln w="0">
            <a:noFill/>
          </a:ln>
        </p:spPr>
      </p:sp>
      <p:sp>
        <p:nvSpPr>
          <p:cNvPr id="18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Тут показана структура Shallow Neural Network та те, як ми організовуємо дані для обчислень.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Архітектура мережі (центр)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Перед нами класична схема "один прихований шар":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Вхідний шар (x1…xn): Це ваші вхідні ознаки (наприклад, вік, дохід, місто).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Прихований шар (шар a[1]]): Тут знаходяться нейрони, які комбінують вхідні дані. Зверніть увагу на стрілки: кожен нейрон прихованого шару "чує" абсолютно всі вхідні сигнали. Це називається fully connected (повнозв'язний) шар.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Вихідний шар (a[2]): Збирає результати з прихованого шару і видає фінальний прогноз y^.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Векторизація: матриці X та A[1] (праворуч)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Це найважливіша частина слайда для програміста. Напис "For all samples" означає, що ми не хочемо рахувати прогноз для кожного клієнта чи об'єкта по черзі (через цикл for), бо це повільно.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Матриця X: Ми збираємо всі наші дані в одну велику таблицю.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Кожен стовпчик (x(1),x(2),…,x(m)) — це окремий приклад (окремий студент, окрема квартира, окреме фото).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Усього у нас mm таких прикладів.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Матриця A[1]: Коли ми проганяємо всю матрицю X через перший шар нейромережі, ми отримуємо матрицю активацій.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Кожен стовпчик тут — це те, що "подумав" прихований шар про відповідний приклад з матриці X.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Чому це важливо?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Замість того, щоб mm разів запускати дрібні обчислення, ми один раз множимо дві великі матриці. Ваша відеокарта (GPU) або процесор роблять це в десятки разів швидше. На фото показано, як індекси зверху в дужках (i) позначають номер прикладу в наборі даних, а індекси в квадратних дужках [l] — номер шару.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280"/>
          </a:xfrm>
          <a:prstGeom prst="rect">
            <a:avLst/>
          </a:prstGeom>
          <a:ln w="0">
            <a:noFill/>
          </a:ln>
        </p:spPr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Розбір того, що на фото (справа наліво):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Наші дані (X та Y):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X.shape=(5,1000): Цифра 5 — це кількість вхідних ознак (на схемі це кружечки x1…x5). Цифра 1000 — це кількість прикладів (наприклад, 1000 клієнтів, про яких ми знаємо ці 5 характеристик).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Y.shape=(1,1000): Наша відповідь. Для кожного з 1000 клієнтів ми маємо одну цифру (наприклад, 0 або 1).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Ваги (W — найцікавіше):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W[1].shape=(100,5): Зверніть увагу на логіку. У нас 100 нейронів у прихованому шарі, і кожен з них має "послухати" 5 вхідних сигналів. Матриця ваг каже: "Я з'єдную 100 нейронів з 5 входами".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W[2].shape=(1,100): Тут ми з'єднуємо наш 1 фінальний нейрон з 100 нейронами попереднього шару.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Зміщення (b — Bias):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b[1].shape=(100,1): У кожного з 100 нейронів є своє персональне "зміщення" (число, яке додається). Тому їх рівно 100.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 Проміжні обчислення (Z та A):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A[1].shape=(100,1000): Це результат роботи прихованого шару. Кожен зі 100 нейронів видав свій вердикт по кожному з 1000 клієнтів. Вийшла велика таблиця "думок" мережі.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A[2].shape=(1,1000): Фінальні прогнози y^ для всіх 1000 людей.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На що звернути увагу (Золоте правило):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Подивіться на W[1] (100, 5) та X (5, 1000). Бачите, цифра 5 повторюється? Це правило множення матриць: щоб вони "склеїлися", кількість стовпчиків першої має збігатися з кількістю рядків другої. Те саме з W[2] (1, 100) та A[1] (100, 1000) — вони ідеально стикуються через число 100.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280"/>
          </a:xfrm>
          <a:prstGeom prst="rect">
            <a:avLst/>
          </a:prstGeom>
          <a:ln w="0">
            <a:noFill/>
          </a:ln>
        </p:spPr>
      </p:sp>
      <p:sp>
        <p:nvSpPr>
          <p:cNvPr id="19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Функції активації вирішують, чи буде сигнал передаватися далі і наскільки сильним він буде. Без них нейромережа була б просто набором нудних лінійних рівнянь, які не здатні розпізнати навіть кота на фото.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Навіщо вони потрібні? (Інтуїція)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Уявіть, що ви проходите екзамен. Функція активації — це ваш внутрішній фільтр. Якщо ви знаєте відповідь лише на 5%, ви промовчите (нуль на виході). Якщо на 95% — ви впевнено розповісте (одиниця). Ці функції додають мережі "гнучкості".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Розбираємо графіки на фото: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Sigmoid (Зліва вгорі):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Графік: Красива S-подібна крива, яка затискає будь-яке число в діапазон від 0 до 1.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Суть: Ідеально підходить для фінального кроку, коли нам треба дізнатися ймовірність (наприклад, "з імовірністю 0.8 цей лист — спам").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Проблема: Вона дуже "повільна" на краях (якщо число дуже велике або дуже мале, графік майже плаский, і мережа перестає вчитися).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Tanh (Справа вгорі):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Графік: Схожа на сігмоїду, але йде від -1 до 1.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Суть: Вона "центрована" відносно нуля. Це допомагає наступним шарам мережі вчитися трохи швидше, бо середнє значення виходів близьке до нуля.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ReLU (Зліва внизу) — Зірка сучасного AI: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Графік: Якщо число від'ємне — ми його просто "вбиваємо" (перетворюємо на 0). Якщо додатне — залишаємо як є.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Суть: Вона неймовірно проста для обчислень (комп'ютеру не треба рахувати експоненти, як у сігмоїді). Саме завдяки ReLU сучасні нейромережі стали такими глибокими і швидкими.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Нюанс: Бачите цей "кут" в нулі? Це і є та нелінійність, яка дозволяє мережі вчити складні речі.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Leaky ReLU (Справа внизу):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Графік: Те саме, що й ReLU, але для від'ємних чисел ми залишаємо "слабкий сигнал" (бачите цю тоненьку лінію, що йде трохи вниз ліворуч?).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Суть: Це спроба "оживити" нейрони, які замовкли в звичайному ReLU. Ми даємо від'ємним числам шанс проявити себе, хоч і з дуже маленьким коефіцієнтом (зазвичай 0.01).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Короткий підсумок (Takeaway)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Функції активації додають нейромережі нелінійність, дозволяючи їй вирішувати складні завдання; сьогодні стандартом "за замовчуванням" для прихованих шарів є ReLU, а для фінального кроку класифікації — Sigmoid.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Кому цікаво, чому пласкі ділянки на графіках сігмоїди — це погано, почитайте про Vanishing Gradient Problem (проблема зникаючого градієнта). Це головний біль розробників 2000-х років!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280"/>
          </a:xfrm>
          <a:prstGeom prst="rect">
            <a:avLst/>
          </a:prstGeom>
          <a:ln w="0">
            <a:noFill/>
          </a:ln>
        </p:spPr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Tanh works better than sigmoid unless output layer where you need value between 0 and 1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ReLU is faster for learning  and gives  almost the same results as tanh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Leaky ReLU is slightly better  than ReLu but used less in practice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280"/>
          </a:xfrm>
          <a:prstGeom prst="rect">
            <a:avLst/>
          </a:prstGeom>
          <a:ln w="0">
            <a:noFill/>
          </a:ln>
        </p:spPr>
      </p:sp>
      <p:sp>
        <p:nvSpPr>
          <p:cNvPr id="195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Tanh works better than sigmoid unless output layer where you need value between 0 and 1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ReLU is faster for learning  and gives  almost the same results as tanh 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Leaky ReLU is slightly better  than ReLu but used less in practice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280"/>
          </a:xfrm>
          <a:prstGeom prst="rect">
            <a:avLst/>
          </a:prstGeom>
          <a:ln w="0">
            <a:noFill/>
          </a:ln>
        </p:spPr>
      </p:sp>
      <p:sp>
        <p:nvSpPr>
          <p:cNvPr id="197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На цьому слайді показано три основні типи нейромереж: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Standard NN (Повнозв'язна мережа) — Зліва вгорі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Це та класика, яку ми розбирали на попередніх слайдах.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ми бачимо: Кожен нейрон попереднього шару з'єднаний з кожним нейроном наступного.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Для чого це: Вона ідеальна для структурованих даних. Якщо у вас є таблиця в Excel (наприклад, дані про клієнтів: вік, зарплата, кредитний ліміт), то Standard NN — ваш найкращий вибір. Вона шукає складні взаємозв'язки між окремими числами.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Convolutional NN (CNN, Згорткова мережа) — Справа вгорі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Тут архітектура змінюється. Замість кружечків ми бачимо 3D-блоки.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ми бачимо: Ці блоки (плитки) показують, як мережа "сканує" зображення. Вона не дивиться на всі пікселі одразу, а використовує маленькі фільтри (ті самі плитки), щоб знайти спочатку лінії, потім кути, а потім — цілі об'єкти (очі, вуха, колеса).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Для чого це: Це король комп'ютерного зору. Фотографії, відео, медичні знімки — усюди, де є просторова структура, працює CNN.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3. Recurrent NN (RNN, Знизу) — Рекурентна мережа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Зверніть увагу на стрілочку, яка зациклюється в блоці A і на розгорнуту схему (X0→X1→X2).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Що ми бачимо: У цієї мережі є пам'ять. Блок A отримує дані Xt, видає результат hth, але при цьому "запам'ятовує" контекст і передає його самому собі на наступному кроці.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Для чого це: Для послідовностей. Текст (де сенс слова залежить від попереднього), аудіо, переклад мов (як у Google Translate) або прогнозування курсу акцій. RNN розуміє, що було "до", щоб зрозуміти, що відбувається "зараз".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Короткий підсумок (Takeaway):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Вибір архітектури залежить від природи ваших даних: для таблиць беремо Standard NN, для картинок — CNN, а для тексту чи часових рядів — RNN.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br>
              <a:rPr sz="1000"/>
            </a:br>
            <a:br>
              <a:rPr sz="1000"/>
            </a:b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Давайте розберемося, чому RNN "пішли на пенсію" і чому ми їх все одно вчимо.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Чому RNN "вимерли" (або чому вони програли Трансформерам):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Проблема "короткої пам'яті" (Vanishing Gradient): RNN схожа на людину, яка читає книгу і забуває початок речення, поки дочитає до крапки. Якщо речення довге, зв'язок між першим і останнім словом просто втрачається.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Повільність (Неможливість паралелізації): Подивіться на стрілочки X0→X1→X2X0​→X1​→X2​ на слайді. RNN не може прочитати друге слово, поки не "перетравить" перше. Це як черга в касу: ви не можете обслужити п'ятого клієнта, поки не розрахуєте перших чотирьох. А Трансформери дивляться на весь текст одразу.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Ефект "зіпсованого телефону": Оскільки інформація передається крок за кроком, вона поступово розмивається і спотворюється.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Життєва аналогія: Плітки проти Групового чату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RNN — це плітки: Я сказав тобі, ти — сусіду, сусід — ще комусь. До кінця вулиці інформація про "купив хліб" перетвориться на "виграв мільйон". Це довго і ненадійно.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Трансформер (сучасна заміна) — це Груповий чат: Всі учасники бачать повідомлення одночасно. Кожен може миттєво звернути увагу (Attention) на будь-яке слово будь-якого учасника, незалежно від того, коли воно було написане.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0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.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280"/>
          </a:xfrm>
          <a:prstGeom prst="rect">
            <a:avLst/>
          </a:prstGeom>
          <a:ln w="0">
            <a:noFill/>
          </a:ln>
        </p:spPr>
      </p:sp>
      <p:sp>
        <p:nvSpPr>
          <p:cNvPr id="199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Колеги, на цьому слайді — справжня "кухня" комп'ютерного зору. Ми розбираємо процес Feature Extraction (видобування ознак).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Раніше, до ери нейромереж, люди вручну прописували алгоритми: "якщо є коло — це може бути колесо". Тепер мережа робить це сама. Подивімось, як саме.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Життєва аналогія: Робота детектива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Уявіть детектива, який розглядає фотографію злочину.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Спочатку він дивиться через лупу на найдрібніші деталі: подряпини, нитки, відбитки (перші шари згортки).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Потім він відкладає лупу і бачить, що ці подряпини складаються у відбиток конкретного черевика (середні шари).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І зрештою він дивиться на повну картину і каже: "Це був грабіжник у кросівках 42-го розміру" (фінальні шари).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Розбір того, що на фото: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Слайд розділений на дві великі частини: Feature Learning (навчання ознакам) та Classification (класифікація).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Етап Feature Extraction (Ліва та середня частини):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Input: На вхід подається картинка (машина зверху, цифра "3" знизу). Для комп'ютера це просто матриця чисел (яскравість пікселів).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Convolution + ReLU: Це наші "фільтри-детектори". Вони пробігають по картинці і шукають прості речі: горизонтальні лінії, вертикальні лінії, кути. Зверніть увагу на нижню схему: бачите, як картинка 32×32 стає набором "карт ознак" (feature maps)? Кожна така карта відповідає за свій тип ліній.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Pooling (або Subsampling): Бачите, як квадратики стають меншими (28×28→14×14)? Це стиснення. Ми кажемо: "Нам не важливо, в якому саме пікселі знаходиться лінія, нам важливо, що вона там є". Ми викидаємо зайве, залишаючи лише суть.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Етап Classification (Права частина):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Flatten: Це момент перетворення. Ми беремо всі наші маленькі "карти ознак" і витягуємо їх в один довгий список чисел (вектор). Ми наче перетворюємо 2D-світ картинок у 1D-світ зрозумілих нейромережі ознак.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Fully Connected (FC): Це звичайна нейромережа, яку ми вчили на початку. Вона бере всі знайдені ознаки ("тут є два кола", "тут є довга лінія даху") і робить фінальний висновок.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Softmax / Output: Фінальний акорд. Мережа видає ймовірності: "Машина — 90%", "Вантажівка — 5%", "Велосипед — 1%".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Чому це геніально?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Подивіться на схему з цифрою "3". Кожен наступний шар бачить дедалі складніші структури. Перший бачить краї, другий — вигини трійки, а останній шар уже "розуміє" концепцію цифри.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Takeaway для співбесіди: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CNN складається з двох частин: "тіла" (Convolutional layers), яке автоматично вчиться виділяти найважливіші візуальні ознаки, та "голови" (Fully Connected layers), яка на основі цих ознак приймає рішення.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280"/>
          </a:xfrm>
          <a:prstGeom prst="rect">
            <a:avLst/>
          </a:prstGeom>
          <a:ln w="0">
            <a:noFill/>
          </a:ln>
        </p:spPr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Колеги, на цьому слайді — справжня "кухня" комп'ютерного зору. Ми розбираємо процес Feature Extraction (видобування ознак).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Раніше, до ери нейромереж, люди вручну прописували алгоритми: "якщо є коло — це може бути колесо". Тепер мережа робить це сама. Подивімось, як саме.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Життєва аналогія: Робота детектива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Уявіть детектива, який розглядає фотографію злочину.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Спочатку він дивиться через лупу на найдрібніші деталі: подряпини, нитки, відбитки (перші шари згортки).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Потім він відкладає лупу і бачить, що ці подряпини складаються у відбиток конкретного черевика (середні шари).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І зрештою він дивиться на повну картину і каже: "Це був грабіжник у кросівках 42-го розміру" (фінальні шари).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Розбір того, що на фото: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Слайд розділений на дві великі частини: Feature Learning (навчання ознакам) та Classification (класифікація).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 Етап Feature Extraction (Ліва та середня частини):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Input: На вхід подається картинка (машина зверху, цифра "3" знизу). Для комп'ютера це просто матриця чисел (яскравість пікселів).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Convolution + ReLU: Це наші "фільтри-детектори". Вони пробігають по картинці і шукають прості речі: горизонтальні лінії, вертикальні лінії, кути. Зверніть увагу на нижню схему: бачите, як картинка 32×32 стає набором "карт ознак" (feature maps)? Кожна така карта відповідає за свій тип ліній.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Pooling (або Subsampling): Бачите, як квадратики стають меншими (28×28→14×14)? Це стиснення. Ми кажемо: "Нам не важливо, в якому саме пікселі знаходиться лінія, нам важливо, що вона там є". Ми викидаємо зайве, залишаючи лише суть.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 Етап Classification (Права частина):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Flatten: Це момент перетворення. Ми беремо всі наші маленькі "карти ознак" і витягуємо їх в один довгий список чисел (вектор). Ми наче перетворюємо 2D-світ картинок у 1D-світ зрозумілих нейромережі ознак.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Fully Connected (FC): Це звичайна нейромережа, яку ми вчили на початку. Вона бере всі знайдені ознаки ("тут є два кола", "тут є довга лінія даху") і робить фінальний висновок.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Softmax / Output: Фінальний акорд. Мережа видає ймовірності: "Машина — 90%", "Вантажівка — 5%", "Велосипед — 1%".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Чому це геніально?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Подивіться на схему з цифрою "3". Кожен наступний шар бачить дедалі складніші структури. Перший бачить краї, другий — вигини трійки, а останній шар уже "розуміє" концепцію цифри.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Takeaway для співбесіди: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r>
              <a:rPr b="0" lang="en-US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CNN складається з двох частин: "тіла" (Convolutional layers), яке автоматично вчиться виділяти найважливіші візуальні ознаки, та "голови" (Fully Connected layers), яка на основі цих ознак приймає рішення.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algn="l" pos="0"/>
              </a:tabLst>
            </a:pP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sldImg"/>
          </p:nvPr>
        </p:nvSpPr>
        <p:spPr>
          <a:xfrm>
            <a:off x="381240" y="685800"/>
            <a:ext cx="6095520" cy="3428280"/>
          </a:xfrm>
          <a:prstGeom prst="rect">
            <a:avLst/>
          </a:prstGeom>
          <a:ln w="0">
            <a:noFill/>
          </a:ln>
        </p:spPr>
      </p:sp>
      <p:sp>
        <p:nvSpPr>
          <p:cNvPr id="203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5680" cy="4114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100" strike="noStrike" u="non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All home task text is provided in handouts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Google Shape;6;p26"/>
          <p:cNvSpPr/>
          <p:nvPr/>
        </p:nvSpPr>
        <p:spPr>
          <a:xfrm>
            <a:off x="0" y="0"/>
            <a:ext cx="9143280" cy="514260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600"/>
              <a:gd name="textAreaBottom" fmla="*/ 5143320 h 5142600"/>
            </a:gdLst>
            <a:ahLst/>
            <a:cxn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sldNum" idx="1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0E36706-12E7-4E4B-B8FB-30C6898C7D4D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k to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edit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the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title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text 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form</a:t>
            </a: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;p26"/>
          <p:cNvSpPr/>
          <p:nvPr/>
        </p:nvSpPr>
        <p:spPr>
          <a:xfrm>
            <a:off x="0" y="0"/>
            <a:ext cx="9143280" cy="514260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600"/>
              <a:gd name="textAreaBottom" fmla="*/ 5143320 h 5142600"/>
            </a:gdLst>
            <a:ahLst/>
            <a:cxn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8" name="PlaceHolder 1"/>
          <p:cNvSpPr>
            <a:spLocks noGrp="1"/>
          </p:cNvSpPr>
          <p:nvPr>
            <p:ph type="sldNum" idx="3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19F08AAC-4D46-4615-97AA-7E432D054B91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;p26"/>
          <p:cNvSpPr/>
          <p:nvPr/>
        </p:nvSpPr>
        <p:spPr>
          <a:xfrm>
            <a:off x="0" y="0"/>
            <a:ext cx="9143280" cy="514260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600"/>
              <a:gd name="textAreaBottom" fmla="*/ 5143320 h 5142600"/>
            </a:gdLst>
            <a:ahLst/>
            <a:cxn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5" name="PlaceHolder 1"/>
          <p:cNvSpPr>
            <a:spLocks noGrp="1"/>
          </p:cNvSpPr>
          <p:nvPr>
            <p:ph type="sldNum" idx="2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34A60BF-51BA-4136-80CC-7AB2356BAC86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_"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6;p26"/>
          <p:cNvSpPr/>
          <p:nvPr/>
        </p:nvSpPr>
        <p:spPr>
          <a:xfrm>
            <a:off x="0" y="0"/>
            <a:ext cx="9143280" cy="514260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600"/>
              <a:gd name="textAreaBottom" fmla="*/ 5143320 h 5142600"/>
            </a:gdLst>
            <a:ahLst/>
            <a:cxn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2" name="PlaceHolder 1"/>
          <p:cNvSpPr>
            <a:spLocks noGrp="1"/>
          </p:cNvSpPr>
          <p:nvPr>
            <p:ph type="sldNum" idx="4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4E685F4-DE98-4FAF-A9DC-908DBFC610EF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8880" cy="85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8880" cy="2982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ONL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B11B711B-194E-41B8-9C8C-6342B4E4B6BA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_AND_BODY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E863745-6055-49A2-A1FF-C83DE93007BB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5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6;p26"/>
          <p:cNvSpPr/>
          <p:nvPr/>
        </p:nvSpPr>
        <p:spPr>
          <a:xfrm>
            <a:off x="0" y="0"/>
            <a:ext cx="9143280" cy="514260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600"/>
              <a:gd name="textAreaBottom" fmla="*/ 5143320 h 5142600"/>
            </a:gdLst>
            <a:ahLst/>
            <a:cxn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6" name="Google Shape;13;p28"/>
          <p:cNvSpPr/>
          <p:nvPr/>
        </p:nvSpPr>
        <p:spPr>
          <a:xfrm>
            <a:off x="0" y="-11880"/>
            <a:ext cx="9143280" cy="822600"/>
          </a:xfrm>
          <a:prstGeom prst="rect">
            <a:avLst/>
          </a:pr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7" name="PlaceHolder 1"/>
          <p:cNvSpPr>
            <a:spLocks noGrp="1"/>
          </p:cNvSpPr>
          <p:nvPr>
            <p:ph type="sldNum" idx="5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500664B-4945-4387-8C13-568A0D84BDF9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655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6;p26"/>
          <p:cNvSpPr/>
          <p:nvPr/>
        </p:nvSpPr>
        <p:spPr>
          <a:xfrm>
            <a:off x="0" y="0"/>
            <a:ext cx="9143280" cy="5142600"/>
          </a:xfrm>
          <a:custGeom>
            <a:avLst/>
            <a:gdLst>
              <a:gd name="textAreaLeft" fmla="*/ 0 w 9143280"/>
              <a:gd name="textAreaRight" fmla="*/ 9144000 w 9143280"/>
              <a:gd name="textAreaTop" fmla="*/ 0 h 5142600"/>
              <a:gd name="textAreaBottom" fmla="*/ 5143320 h 5142600"/>
            </a:gdLst>
            <a:ahLst/>
            <a:cxnLst/>
            <a:rect l="textAreaLeft" t="textAreaTop" r="textAreaRight" b="textAreaBottom"/>
            <a:pathLst>
              <a:path w="285750" h="160734">
                <a:moveTo>
                  <a:pt x="17190" y="8595"/>
                </a:moveTo>
                <a:lnTo>
                  <a:pt x="17190" y="16799"/>
                </a:lnTo>
                <a:lnTo>
                  <a:pt x="8762" y="16799"/>
                </a:lnTo>
                <a:lnTo>
                  <a:pt x="8762" y="8595"/>
                </a:lnTo>
                <a:close/>
                <a:moveTo>
                  <a:pt x="25840" y="8595"/>
                </a:moveTo>
                <a:lnTo>
                  <a:pt x="25840" y="16799"/>
                </a:lnTo>
                <a:lnTo>
                  <a:pt x="17413" y="16799"/>
                </a:lnTo>
                <a:lnTo>
                  <a:pt x="17413" y="8595"/>
                </a:lnTo>
                <a:close/>
                <a:moveTo>
                  <a:pt x="34547" y="8595"/>
                </a:moveTo>
                <a:lnTo>
                  <a:pt x="34547" y="16799"/>
                </a:lnTo>
                <a:lnTo>
                  <a:pt x="26064" y="16799"/>
                </a:lnTo>
                <a:lnTo>
                  <a:pt x="26064" y="8595"/>
                </a:lnTo>
                <a:close/>
                <a:moveTo>
                  <a:pt x="43197" y="8595"/>
                </a:moveTo>
                <a:lnTo>
                  <a:pt x="43197" y="16799"/>
                </a:lnTo>
                <a:lnTo>
                  <a:pt x="34770" y="16799"/>
                </a:lnTo>
                <a:lnTo>
                  <a:pt x="34770" y="8595"/>
                </a:lnTo>
                <a:close/>
                <a:moveTo>
                  <a:pt x="51848" y="8595"/>
                </a:moveTo>
                <a:lnTo>
                  <a:pt x="51848" y="16799"/>
                </a:lnTo>
                <a:lnTo>
                  <a:pt x="43421" y="16799"/>
                </a:lnTo>
                <a:lnTo>
                  <a:pt x="43421" y="8595"/>
                </a:lnTo>
                <a:close/>
                <a:moveTo>
                  <a:pt x="60499" y="8595"/>
                </a:moveTo>
                <a:lnTo>
                  <a:pt x="60499" y="16799"/>
                </a:lnTo>
                <a:lnTo>
                  <a:pt x="52071" y="16799"/>
                </a:lnTo>
                <a:lnTo>
                  <a:pt x="52071" y="8595"/>
                </a:lnTo>
                <a:close/>
                <a:moveTo>
                  <a:pt x="69149" y="8595"/>
                </a:moveTo>
                <a:lnTo>
                  <a:pt x="69149" y="16799"/>
                </a:lnTo>
                <a:lnTo>
                  <a:pt x="60722" y="16799"/>
                </a:lnTo>
                <a:lnTo>
                  <a:pt x="60722" y="8595"/>
                </a:lnTo>
                <a:close/>
                <a:moveTo>
                  <a:pt x="77800" y="8595"/>
                </a:moveTo>
                <a:lnTo>
                  <a:pt x="77800" y="16799"/>
                </a:lnTo>
                <a:lnTo>
                  <a:pt x="69373" y="16799"/>
                </a:lnTo>
                <a:lnTo>
                  <a:pt x="69373" y="8595"/>
                </a:lnTo>
                <a:close/>
                <a:moveTo>
                  <a:pt x="86506" y="8595"/>
                </a:moveTo>
                <a:lnTo>
                  <a:pt x="86506" y="16799"/>
                </a:lnTo>
                <a:lnTo>
                  <a:pt x="78023" y="16799"/>
                </a:lnTo>
                <a:lnTo>
                  <a:pt x="78023" y="8595"/>
                </a:lnTo>
                <a:close/>
                <a:moveTo>
                  <a:pt x="95157" y="8595"/>
                </a:moveTo>
                <a:lnTo>
                  <a:pt x="95157" y="16799"/>
                </a:lnTo>
                <a:lnTo>
                  <a:pt x="86730" y="16799"/>
                </a:lnTo>
                <a:lnTo>
                  <a:pt x="86730" y="8595"/>
                </a:lnTo>
                <a:close/>
                <a:moveTo>
                  <a:pt x="103808" y="8595"/>
                </a:moveTo>
                <a:lnTo>
                  <a:pt x="103808" y="16799"/>
                </a:lnTo>
                <a:lnTo>
                  <a:pt x="95380" y="16799"/>
                </a:lnTo>
                <a:lnTo>
                  <a:pt x="95380" y="8595"/>
                </a:lnTo>
                <a:close/>
                <a:moveTo>
                  <a:pt x="112458" y="8595"/>
                </a:moveTo>
                <a:lnTo>
                  <a:pt x="112458" y="16799"/>
                </a:lnTo>
                <a:lnTo>
                  <a:pt x="104031" y="16799"/>
                </a:lnTo>
                <a:lnTo>
                  <a:pt x="104031" y="8595"/>
                </a:lnTo>
                <a:close/>
                <a:moveTo>
                  <a:pt x="121109" y="8595"/>
                </a:moveTo>
                <a:lnTo>
                  <a:pt x="121109" y="16799"/>
                </a:lnTo>
                <a:lnTo>
                  <a:pt x="112681" y="16799"/>
                </a:lnTo>
                <a:lnTo>
                  <a:pt x="112681" y="8595"/>
                </a:lnTo>
                <a:close/>
                <a:moveTo>
                  <a:pt x="129760" y="8595"/>
                </a:moveTo>
                <a:lnTo>
                  <a:pt x="129760" y="16799"/>
                </a:lnTo>
                <a:lnTo>
                  <a:pt x="121332" y="16799"/>
                </a:lnTo>
                <a:lnTo>
                  <a:pt x="121332" y="8595"/>
                </a:lnTo>
                <a:close/>
                <a:moveTo>
                  <a:pt x="138410" y="8595"/>
                </a:moveTo>
                <a:lnTo>
                  <a:pt x="138410" y="16799"/>
                </a:lnTo>
                <a:lnTo>
                  <a:pt x="129983" y="16799"/>
                </a:lnTo>
                <a:lnTo>
                  <a:pt x="129983" y="8595"/>
                </a:lnTo>
                <a:close/>
                <a:moveTo>
                  <a:pt x="147117" y="8595"/>
                </a:moveTo>
                <a:lnTo>
                  <a:pt x="147117" y="16799"/>
                </a:lnTo>
                <a:lnTo>
                  <a:pt x="138633" y="16799"/>
                </a:lnTo>
                <a:lnTo>
                  <a:pt x="138633" y="8595"/>
                </a:lnTo>
                <a:close/>
                <a:moveTo>
                  <a:pt x="155767" y="8595"/>
                </a:moveTo>
                <a:lnTo>
                  <a:pt x="155767" y="16799"/>
                </a:lnTo>
                <a:lnTo>
                  <a:pt x="147340" y="16799"/>
                </a:lnTo>
                <a:lnTo>
                  <a:pt x="147340" y="8595"/>
                </a:lnTo>
                <a:close/>
                <a:moveTo>
                  <a:pt x="164418" y="8595"/>
                </a:moveTo>
                <a:lnTo>
                  <a:pt x="164418" y="16799"/>
                </a:lnTo>
                <a:lnTo>
                  <a:pt x="155990" y="16799"/>
                </a:lnTo>
                <a:lnTo>
                  <a:pt x="155990" y="8595"/>
                </a:lnTo>
                <a:close/>
                <a:moveTo>
                  <a:pt x="173069" y="8595"/>
                </a:moveTo>
                <a:lnTo>
                  <a:pt x="173069" y="16799"/>
                </a:lnTo>
                <a:lnTo>
                  <a:pt x="164641" y="16799"/>
                </a:lnTo>
                <a:lnTo>
                  <a:pt x="164641" y="8595"/>
                </a:lnTo>
                <a:close/>
                <a:moveTo>
                  <a:pt x="181719" y="8595"/>
                </a:moveTo>
                <a:lnTo>
                  <a:pt x="181719" y="16799"/>
                </a:lnTo>
                <a:lnTo>
                  <a:pt x="173292" y="16799"/>
                </a:lnTo>
                <a:lnTo>
                  <a:pt x="173292" y="8595"/>
                </a:lnTo>
                <a:close/>
                <a:moveTo>
                  <a:pt x="190370" y="8595"/>
                </a:moveTo>
                <a:lnTo>
                  <a:pt x="190370" y="16799"/>
                </a:lnTo>
                <a:lnTo>
                  <a:pt x="181942" y="16799"/>
                </a:lnTo>
                <a:lnTo>
                  <a:pt x="181942" y="8595"/>
                </a:lnTo>
                <a:close/>
                <a:moveTo>
                  <a:pt x="199020" y="8595"/>
                </a:moveTo>
                <a:lnTo>
                  <a:pt x="199020" y="16799"/>
                </a:lnTo>
                <a:lnTo>
                  <a:pt x="190593" y="16799"/>
                </a:lnTo>
                <a:lnTo>
                  <a:pt x="190593" y="8595"/>
                </a:lnTo>
                <a:close/>
                <a:moveTo>
                  <a:pt x="207727" y="8595"/>
                </a:moveTo>
                <a:lnTo>
                  <a:pt x="207727" y="16799"/>
                </a:lnTo>
                <a:lnTo>
                  <a:pt x="199244" y="16799"/>
                </a:lnTo>
                <a:lnTo>
                  <a:pt x="199244" y="8595"/>
                </a:lnTo>
                <a:close/>
                <a:moveTo>
                  <a:pt x="216377" y="8595"/>
                </a:moveTo>
                <a:lnTo>
                  <a:pt x="216377" y="16799"/>
                </a:lnTo>
                <a:lnTo>
                  <a:pt x="207950" y="16799"/>
                </a:lnTo>
                <a:lnTo>
                  <a:pt x="207950" y="8595"/>
                </a:lnTo>
                <a:close/>
                <a:moveTo>
                  <a:pt x="225028" y="8595"/>
                </a:moveTo>
                <a:lnTo>
                  <a:pt x="225028" y="16799"/>
                </a:lnTo>
                <a:lnTo>
                  <a:pt x="216601" y="16799"/>
                </a:lnTo>
                <a:lnTo>
                  <a:pt x="216601" y="8595"/>
                </a:lnTo>
                <a:close/>
                <a:moveTo>
                  <a:pt x="233679" y="8595"/>
                </a:moveTo>
                <a:lnTo>
                  <a:pt x="233679" y="16799"/>
                </a:lnTo>
                <a:lnTo>
                  <a:pt x="225251" y="16799"/>
                </a:lnTo>
                <a:lnTo>
                  <a:pt x="225251" y="8595"/>
                </a:lnTo>
                <a:close/>
                <a:moveTo>
                  <a:pt x="242329" y="8595"/>
                </a:moveTo>
                <a:lnTo>
                  <a:pt x="242329" y="16799"/>
                </a:lnTo>
                <a:lnTo>
                  <a:pt x="233902" y="16799"/>
                </a:lnTo>
                <a:lnTo>
                  <a:pt x="233902" y="8595"/>
                </a:lnTo>
                <a:close/>
                <a:moveTo>
                  <a:pt x="250980" y="8595"/>
                </a:moveTo>
                <a:lnTo>
                  <a:pt x="250980" y="16799"/>
                </a:lnTo>
                <a:lnTo>
                  <a:pt x="242553" y="16799"/>
                </a:lnTo>
                <a:lnTo>
                  <a:pt x="242553" y="8595"/>
                </a:lnTo>
                <a:close/>
                <a:moveTo>
                  <a:pt x="259686" y="8595"/>
                </a:moveTo>
                <a:lnTo>
                  <a:pt x="259686" y="16799"/>
                </a:lnTo>
                <a:lnTo>
                  <a:pt x="251203" y="16799"/>
                </a:lnTo>
                <a:lnTo>
                  <a:pt x="251203" y="8595"/>
                </a:lnTo>
                <a:close/>
                <a:moveTo>
                  <a:pt x="268337" y="8595"/>
                </a:moveTo>
                <a:lnTo>
                  <a:pt x="268337" y="16799"/>
                </a:lnTo>
                <a:lnTo>
                  <a:pt x="259910" y="16799"/>
                </a:lnTo>
                <a:lnTo>
                  <a:pt x="259910" y="8595"/>
                </a:lnTo>
                <a:close/>
                <a:moveTo>
                  <a:pt x="276988" y="8595"/>
                </a:moveTo>
                <a:lnTo>
                  <a:pt x="276988" y="16799"/>
                </a:lnTo>
                <a:lnTo>
                  <a:pt x="268560" y="16799"/>
                </a:lnTo>
                <a:lnTo>
                  <a:pt x="268560" y="8595"/>
                </a:lnTo>
                <a:close/>
                <a:moveTo>
                  <a:pt x="17190" y="17022"/>
                </a:moveTo>
                <a:lnTo>
                  <a:pt x="17190" y="25282"/>
                </a:lnTo>
                <a:lnTo>
                  <a:pt x="8762" y="25282"/>
                </a:lnTo>
                <a:lnTo>
                  <a:pt x="8762" y="17022"/>
                </a:lnTo>
                <a:close/>
                <a:moveTo>
                  <a:pt x="25840" y="17022"/>
                </a:moveTo>
                <a:lnTo>
                  <a:pt x="25840" y="25282"/>
                </a:lnTo>
                <a:lnTo>
                  <a:pt x="17413" y="25282"/>
                </a:lnTo>
                <a:lnTo>
                  <a:pt x="17413" y="17022"/>
                </a:lnTo>
                <a:close/>
                <a:moveTo>
                  <a:pt x="34547" y="17022"/>
                </a:moveTo>
                <a:lnTo>
                  <a:pt x="34547" y="25282"/>
                </a:lnTo>
                <a:lnTo>
                  <a:pt x="26064" y="25282"/>
                </a:lnTo>
                <a:lnTo>
                  <a:pt x="26064" y="17022"/>
                </a:lnTo>
                <a:close/>
                <a:moveTo>
                  <a:pt x="43197" y="17022"/>
                </a:moveTo>
                <a:lnTo>
                  <a:pt x="43197" y="25282"/>
                </a:lnTo>
                <a:lnTo>
                  <a:pt x="34770" y="25282"/>
                </a:lnTo>
                <a:lnTo>
                  <a:pt x="34770" y="17022"/>
                </a:lnTo>
                <a:close/>
                <a:moveTo>
                  <a:pt x="51848" y="17022"/>
                </a:moveTo>
                <a:lnTo>
                  <a:pt x="51848" y="25282"/>
                </a:lnTo>
                <a:lnTo>
                  <a:pt x="43421" y="25282"/>
                </a:lnTo>
                <a:lnTo>
                  <a:pt x="43421" y="17022"/>
                </a:lnTo>
                <a:close/>
                <a:moveTo>
                  <a:pt x="60499" y="17022"/>
                </a:moveTo>
                <a:lnTo>
                  <a:pt x="60499" y="25282"/>
                </a:lnTo>
                <a:lnTo>
                  <a:pt x="52071" y="25282"/>
                </a:lnTo>
                <a:lnTo>
                  <a:pt x="52071" y="17022"/>
                </a:lnTo>
                <a:close/>
                <a:moveTo>
                  <a:pt x="69149" y="17022"/>
                </a:moveTo>
                <a:lnTo>
                  <a:pt x="69149" y="25282"/>
                </a:lnTo>
                <a:lnTo>
                  <a:pt x="60722" y="25282"/>
                </a:lnTo>
                <a:lnTo>
                  <a:pt x="60722" y="17022"/>
                </a:lnTo>
                <a:close/>
                <a:moveTo>
                  <a:pt x="77800" y="17022"/>
                </a:moveTo>
                <a:lnTo>
                  <a:pt x="77800" y="25282"/>
                </a:lnTo>
                <a:lnTo>
                  <a:pt x="69373" y="25282"/>
                </a:lnTo>
                <a:lnTo>
                  <a:pt x="69373" y="17022"/>
                </a:lnTo>
                <a:close/>
                <a:moveTo>
                  <a:pt x="86506" y="17022"/>
                </a:moveTo>
                <a:lnTo>
                  <a:pt x="86506" y="25282"/>
                </a:lnTo>
                <a:lnTo>
                  <a:pt x="78023" y="25282"/>
                </a:lnTo>
                <a:lnTo>
                  <a:pt x="78023" y="17022"/>
                </a:lnTo>
                <a:close/>
                <a:moveTo>
                  <a:pt x="95157" y="17022"/>
                </a:moveTo>
                <a:lnTo>
                  <a:pt x="95157" y="25282"/>
                </a:lnTo>
                <a:lnTo>
                  <a:pt x="86730" y="25282"/>
                </a:lnTo>
                <a:lnTo>
                  <a:pt x="86730" y="17022"/>
                </a:lnTo>
                <a:close/>
                <a:moveTo>
                  <a:pt x="103808" y="17022"/>
                </a:moveTo>
                <a:lnTo>
                  <a:pt x="103808" y="25282"/>
                </a:lnTo>
                <a:lnTo>
                  <a:pt x="95380" y="25282"/>
                </a:lnTo>
                <a:lnTo>
                  <a:pt x="95380" y="17022"/>
                </a:lnTo>
                <a:close/>
                <a:moveTo>
                  <a:pt x="112458" y="17022"/>
                </a:moveTo>
                <a:lnTo>
                  <a:pt x="112458" y="25282"/>
                </a:lnTo>
                <a:lnTo>
                  <a:pt x="104031" y="25282"/>
                </a:lnTo>
                <a:lnTo>
                  <a:pt x="104031" y="17022"/>
                </a:lnTo>
                <a:close/>
                <a:moveTo>
                  <a:pt x="121109" y="17022"/>
                </a:moveTo>
                <a:lnTo>
                  <a:pt x="121109" y="25282"/>
                </a:lnTo>
                <a:lnTo>
                  <a:pt x="112681" y="25282"/>
                </a:lnTo>
                <a:lnTo>
                  <a:pt x="112681" y="17022"/>
                </a:lnTo>
                <a:close/>
                <a:moveTo>
                  <a:pt x="129760" y="17022"/>
                </a:moveTo>
                <a:lnTo>
                  <a:pt x="129760" y="25282"/>
                </a:lnTo>
                <a:lnTo>
                  <a:pt x="121332" y="25282"/>
                </a:lnTo>
                <a:lnTo>
                  <a:pt x="121332" y="17022"/>
                </a:lnTo>
                <a:close/>
                <a:moveTo>
                  <a:pt x="138410" y="17022"/>
                </a:moveTo>
                <a:lnTo>
                  <a:pt x="138410" y="25282"/>
                </a:lnTo>
                <a:lnTo>
                  <a:pt x="129983" y="25282"/>
                </a:lnTo>
                <a:lnTo>
                  <a:pt x="129983" y="17022"/>
                </a:lnTo>
                <a:close/>
                <a:moveTo>
                  <a:pt x="147117" y="17022"/>
                </a:moveTo>
                <a:lnTo>
                  <a:pt x="147117" y="25282"/>
                </a:lnTo>
                <a:lnTo>
                  <a:pt x="138633" y="25282"/>
                </a:lnTo>
                <a:lnTo>
                  <a:pt x="138633" y="17022"/>
                </a:lnTo>
                <a:close/>
                <a:moveTo>
                  <a:pt x="155767" y="17022"/>
                </a:moveTo>
                <a:lnTo>
                  <a:pt x="155767" y="25282"/>
                </a:lnTo>
                <a:lnTo>
                  <a:pt x="147340" y="25282"/>
                </a:lnTo>
                <a:lnTo>
                  <a:pt x="147340" y="17022"/>
                </a:lnTo>
                <a:close/>
                <a:moveTo>
                  <a:pt x="164418" y="17022"/>
                </a:moveTo>
                <a:lnTo>
                  <a:pt x="164418" y="25282"/>
                </a:lnTo>
                <a:lnTo>
                  <a:pt x="155990" y="25282"/>
                </a:lnTo>
                <a:lnTo>
                  <a:pt x="155990" y="17022"/>
                </a:lnTo>
                <a:close/>
                <a:moveTo>
                  <a:pt x="173069" y="17022"/>
                </a:moveTo>
                <a:lnTo>
                  <a:pt x="173069" y="25282"/>
                </a:lnTo>
                <a:lnTo>
                  <a:pt x="164641" y="25282"/>
                </a:lnTo>
                <a:lnTo>
                  <a:pt x="164641" y="17022"/>
                </a:lnTo>
                <a:close/>
                <a:moveTo>
                  <a:pt x="181719" y="17022"/>
                </a:moveTo>
                <a:lnTo>
                  <a:pt x="181719" y="25282"/>
                </a:lnTo>
                <a:lnTo>
                  <a:pt x="173292" y="25282"/>
                </a:lnTo>
                <a:lnTo>
                  <a:pt x="173292" y="17022"/>
                </a:lnTo>
                <a:close/>
                <a:moveTo>
                  <a:pt x="190370" y="17022"/>
                </a:moveTo>
                <a:lnTo>
                  <a:pt x="190370" y="25282"/>
                </a:lnTo>
                <a:lnTo>
                  <a:pt x="181942" y="25282"/>
                </a:lnTo>
                <a:lnTo>
                  <a:pt x="181942" y="17022"/>
                </a:lnTo>
                <a:close/>
                <a:moveTo>
                  <a:pt x="199020" y="17022"/>
                </a:moveTo>
                <a:lnTo>
                  <a:pt x="199020" y="25282"/>
                </a:lnTo>
                <a:lnTo>
                  <a:pt x="190593" y="25282"/>
                </a:lnTo>
                <a:lnTo>
                  <a:pt x="190593" y="17022"/>
                </a:lnTo>
                <a:close/>
                <a:moveTo>
                  <a:pt x="207727" y="17022"/>
                </a:moveTo>
                <a:lnTo>
                  <a:pt x="207727" y="25282"/>
                </a:lnTo>
                <a:lnTo>
                  <a:pt x="199244" y="25282"/>
                </a:lnTo>
                <a:lnTo>
                  <a:pt x="199244" y="17022"/>
                </a:lnTo>
                <a:close/>
                <a:moveTo>
                  <a:pt x="216377" y="17022"/>
                </a:moveTo>
                <a:lnTo>
                  <a:pt x="216377" y="25282"/>
                </a:lnTo>
                <a:lnTo>
                  <a:pt x="207950" y="25282"/>
                </a:lnTo>
                <a:lnTo>
                  <a:pt x="207950" y="17022"/>
                </a:lnTo>
                <a:close/>
                <a:moveTo>
                  <a:pt x="225028" y="17022"/>
                </a:moveTo>
                <a:lnTo>
                  <a:pt x="225028" y="25282"/>
                </a:lnTo>
                <a:lnTo>
                  <a:pt x="216601" y="25282"/>
                </a:lnTo>
                <a:lnTo>
                  <a:pt x="216601" y="17022"/>
                </a:lnTo>
                <a:close/>
                <a:moveTo>
                  <a:pt x="233679" y="17022"/>
                </a:moveTo>
                <a:lnTo>
                  <a:pt x="233679" y="25282"/>
                </a:lnTo>
                <a:lnTo>
                  <a:pt x="225251" y="25282"/>
                </a:lnTo>
                <a:lnTo>
                  <a:pt x="225251" y="17022"/>
                </a:lnTo>
                <a:close/>
                <a:moveTo>
                  <a:pt x="242329" y="17022"/>
                </a:moveTo>
                <a:lnTo>
                  <a:pt x="242329" y="25282"/>
                </a:lnTo>
                <a:lnTo>
                  <a:pt x="233902" y="25282"/>
                </a:lnTo>
                <a:lnTo>
                  <a:pt x="233902" y="17022"/>
                </a:lnTo>
                <a:close/>
                <a:moveTo>
                  <a:pt x="250980" y="17022"/>
                </a:moveTo>
                <a:lnTo>
                  <a:pt x="250980" y="25282"/>
                </a:lnTo>
                <a:lnTo>
                  <a:pt x="242553" y="25282"/>
                </a:lnTo>
                <a:lnTo>
                  <a:pt x="242553" y="17022"/>
                </a:lnTo>
                <a:close/>
                <a:moveTo>
                  <a:pt x="259686" y="17022"/>
                </a:moveTo>
                <a:lnTo>
                  <a:pt x="259686" y="25282"/>
                </a:lnTo>
                <a:lnTo>
                  <a:pt x="251203" y="25282"/>
                </a:lnTo>
                <a:lnTo>
                  <a:pt x="251203" y="17022"/>
                </a:lnTo>
                <a:close/>
                <a:moveTo>
                  <a:pt x="268337" y="17022"/>
                </a:moveTo>
                <a:lnTo>
                  <a:pt x="268337" y="25282"/>
                </a:lnTo>
                <a:lnTo>
                  <a:pt x="259910" y="25282"/>
                </a:lnTo>
                <a:lnTo>
                  <a:pt x="259910" y="17022"/>
                </a:lnTo>
                <a:close/>
                <a:moveTo>
                  <a:pt x="276988" y="17022"/>
                </a:moveTo>
                <a:lnTo>
                  <a:pt x="276988" y="25282"/>
                </a:lnTo>
                <a:lnTo>
                  <a:pt x="268560" y="25282"/>
                </a:lnTo>
                <a:lnTo>
                  <a:pt x="268560" y="17022"/>
                </a:lnTo>
                <a:close/>
                <a:moveTo>
                  <a:pt x="17190" y="25505"/>
                </a:moveTo>
                <a:lnTo>
                  <a:pt x="17190" y="33709"/>
                </a:lnTo>
                <a:lnTo>
                  <a:pt x="8762" y="33709"/>
                </a:lnTo>
                <a:lnTo>
                  <a:pt x="8762" y="25505"/>
                </a:lnTo>
                <a:close/>
                <a:moveTo>
                  <a:pt x="25840" y="25505"/>
                </a:moveTo>
                <a:lnTo>
                  <a:pt x="25840" y="33709"/>
                </a:lnTo>
                <a:lnTo>
                  <a:pt x="17413" y="33709"/>
                </a:lnTo>
                <a:lnTo>
                  <a:pt x="17413" y="25505"/>
                </a:lnTo>
                <a:close/>
                <a:moveTo>
                  <a:pt x="34547" y="25505"/>
                </a:moveTo>
                <a:lnTo>
                  <a:pt x="34547" y="33709"/>
                </a:lnTo>
                <a:lnTo>
                  <a:pt x="26064" y="33709"/>
                </a:lnTo>
                <a:lnTo>
                  <a:pt x="26064" y="25505"/>
                </a:lnTo>
                <a:close/>
                <a:moveTo>
                  <a:pt x="43197" y="25505"/>
                </a:moveTo>
                <a:lnTo>
                  <a:pt x="43197" y="33709"/>
                </a:lnTo>
                <a:lnTo>
                  <a:pt x="34770" y="33709"/>
                </a:lnTo>
                <a:lnTo>
                  <a:pt x="34770" y="25505"/>
                </a:lnTo>
                <a:close/>
                <a:moveTo>
                  <a:pt x="51848" y="25505"/>
                </a:moveTo>
                <a:lnTo>
                  <a:pt x="51848" y="33709"/>
                </a:lnTo>
                <a:lnTo>
                  <a:pt x="43421" y="33709"/>
                </a:lnTo>
                <a:lnTo>
                  <a:pt x="43421" y="25505"/>
                </a:lnTo>
                <a:close/>
                <a:moveTo>
                  <a:pt x="60499" y="25505"/>
                </a:moveTo>
                <a:lnTo>
                  <a:pt x="60499" y="33709"/>
                </a:lnTo>
                <a:lnTo>
                  <a:pt x="52071" y="33709"/>
                </a:lnTo>
                <a:lnTo>
                  <a:pt x="52071" y="25505"/>
                </a:lnTo>
                <a:close/>
                <a:moveTo>
                  <a:pt x="69149" y="25505"/>
                </a:moveTo>
                <a:lnTo>
                  <a:pt x="69149" y="33709"/>
                </a:lnTo>
                <a:lnTo>
                  <a:pt x="60722" y="33709"/>
                </a:lnTo>
                <a:lnTo>
                  <a:pt x="60722" y="25505"/>
                </a:lnTo>
                <a:close/>
                <a:moveTo>
                  <a:pt x="77800" y="25505"/>
                </a:moveTo>
                <a:lnTo>
                  <a:pt x="77800" y="33709"/>
                </a:lnTo>
                <a:lnTo>
                  <a:pt x="69373" y="33709"/>
                </a:lnTo>
                <a:lnTo>
                  <a:pt x="69373" y="25505"/>
                </a:lnTo>
                <a:close/>
                <a:moveTo>
                  <a:pt x="86506" y="25505"/>
                </a:moveTo>
                <a:lnTo>
                  <a:pt x="86506" y="33709"/>
                </a:lnTo>
                <a:lnTo>
                  <a:pt x="78023" y="33709"/>
                </a:lnTo>
                <a:lnTo>
                  <a:pt x="78023" y="25505"/>
                </a:lnTo>
                <a:close/>
                <a:moveTo>
                  <a:pt x="95157" y="25505"/>
                </a:moveTo>
                <a:lnTo>
                  <a:pt x="95157" y="33709"/>
                </a:lnTo>
                <a:lnTo>
                  <a:pt x="86730" y="33709"/>
                </a:lnTo>
                <a:lnTo>
                  <a:pt x="86730" y="25505"/>
                </a:lnTo>
                <a:close/>
                <a:moveTo>
                  <a:pt x="103808" y="25505"/>
                </a:moveTo>
                <a:lnTo>
                  <a:pt x="103808" y="33709"/>
                </a:lnTo>
                <a:lnTo>
                  <a:pt x="95380" y="33709"/>
                </a:lnTo>
                <a:lnTo>
                  <a:pt x="95380" y="25505"/>
                </a:lnTo>
                <a:close/>
                <a:moveTo>
                  <a:pt x="112458" y="25505"/>
                </a:moveTo>
                <a:lnTo>
                  <a:pt x="112458" y="33709"/>
                </a:lnTo>
                <a:lnTo>
                  <a:pt x="104031" y="33709"/>
                </a:lnTo>
                <a:lnTo>
                  <a:pt x="104031" y="25505"/>
                </a:lnTo>
                <a:close/>
                <a:moveTo>
                  <a:pt x="121109" y="25505"/>
                </a:moveTo>
                <a:lnTo>
                  <a:pt x="121109" y="33709"/>
                </a:lnTo>
                <a:lnTo>
                  <a:pt x="112681" y="33709"/>
                </a:lnTo>
                <a:lnTo>
                  <a:pt x="112681" y="25505"/>
                </a:lnTo>
                <a:close/>
                <a:moveTo>
                  <a:pt x="129760" y="25505"/>
                </a:moveTo>
                <a:lnTo>
                  <a:pt x="129760" y="33709"/>
                </a:lnTo>
                <a:lnTo>
                  <a:pt x="121332" y="33709"/>
                </a:lnTo>
                <a:lnTo>
                  <a:pt x="121332" y="25505"/>
                </a:lnTo>
                <a:close/>
                <a:moveTo>
                  <a:pt x="138410" y="25505"/>
                </a:moveTo>
                <a:lnTo>
                  <a:pt x="138410" y="33709"/>
                </a:lnTo>
                <a:lnTo>
                  <a:pt x="129983" y="33709"/>
                </a:lnTo>
                <a:lnTo>
                  <a:pt x="129983" y="25505"/>
                </a:lnTo>
                <a:close/>
                <a:moveTo>
                  <a:pt x="147117" y="25505"/>
                </a:moveTo>
                <a:lnTo>
                  <a:pt x="147117" y="33709"/>
                </a:lnTo>
                <a:lnTo>
                  <a:pt x="138633" y="33709"/>
                </a:lnTo>
                <a:lnTo>
                  <a:pt x="138633" y="25505"/>
                </a:lnTo>
                <a:close/>
                <a:moveTo>
                  <a:pt x="155767" y="25505"/>
                </a:moveTo>
                <a:lnTo>
                  <a:pt x="155767" y="33709"/>
                </a:lnTo>
                <a:lnTo>
                  <a:pt x="147340" y="33709"/>
                </a:lnTo>
                <a:lnTo>
                  <a:pt x="147340" y="25505"/>
                </a:lnTo>
                <a:close/>
                <a:moveTo>
                  <a:pt x="164418" y="25505"/>
                </a:moveTo>
                <a:lnTo>
                  <a:pt x="164418" y="33709"/>
                </a:lnTo>
                <a:lnTo>
                  <a:pt x="155990" y="33709"/>
                </a:lnTo>
                <a:lnTo>
                  <a:pt x="155990" y="25505"/>
                </a:lnTo>
                <a:close/>
                <a:moveTo>
                  <a:pt x="173069" y="25505"/>
                </a:moveTo>
                <a:lnTo>
                  <a:pt x="173069" y="33709"/>
                </a:lnTo>
                <a:lnTo>
                  <a:pt x="164641" y="33709"/>
                </a:lnTo>
                <a:lnTo>
                  <a:pt x="164641" y="25505"/>
                </a:lnTo>
                <a:close/>
                <a:moveTo>
                  <a:pt x="181719" y="25505"/>
                </a:moveTo>
                <a:lnTo>
                  <a:pt x="181719" y="33709"/>
                </a:lnTo>
                <a:lnTo>
                  <a:pt x="173292" y="33709"/>
                </a:lnTo>
                <a:lnTo>
                  <a:pt x="173292" y="25505"/>
                </a:lnTo>
                <a:close/>
                <a:moveTo>
                  <a:pt x="190370" y="25505"/>
                </a:moveTo>
                <a:lnTo>
                  <a:pt x="190370" y="33709"/>
                </a:lnTo>
                <a:lnTo>
                  <a:pt x="181942" y="33709"/>
                </a:lnTo>
                <a:lnTo>
                  <a:pt x="181942" y="25505"/>
                </a:lnTo>
                <a:close/>
                <a:moveTo>
                  <a:pt x="199020" y="25505"/>
                </a:moveTo>
                <a:lnTo>
                  <a:pt x="199020" y="33709"/>
                </a:lnTo>
                <a:lnTo>
                  <a:pt x="190593" y="33709"/>
                </a:lnTo>
                <a:lnTo>
                  <a:pt x="190593" y="25505"/>
                </a:lnTo>
                <a:close/>
                <a:moveTo>
                  <a:pt x="207727" y="25505"/>
                </a:moveTo>
                <a:lnTo>
                  <a:pt x="207727" y="33709"/>
                </a:lnTo>
                <a:lnTo>
                  <a:pt x="199244" y="33709"/>
                </a:lnTo>
                <a:lnTo>
                  <a:pt x="199244" y="25505"/>
                </a:lnTo>
                <a:close/>
                <a:moveTo>
                  <a:pt x="216377" y="25505"/>
                </a:moveTo>
                <a:lnTo>
                  <a:pt x="216377" y="33709"/>
                </a:lnTo>
                <a:lnTo>
                  <a:pt x="207950" y="33709"/>
                </a:lnTo>
                <a:lnTo>
                  <a:pt x="207950" y="25505"/>
                </a:lnTo>
                <a:close/>
                <a:moveTo>
                  <a:pt x="225028" y="25505"/>
                </a:moveTo>
                <a:lnTo>
                  <a:pt x="225028" y="33709"/>
                </a:lnTo>
                <a:lnTo>
                  <a:pt x="216601" y="33709"/>
                </a:lnTo>
                <a:lnTo>
                  <a:pt x="216601" y="25505"/>
                </a:lnTo>
                <a:close/>
                <a:moveTo>
                  <a:pt x="233679" y="25505"/>
                </a:moveTo>
                <a:lnTo>
                  <a:pt x="233679" y="33709"/>
                </a:lnTo>
                <a:lnTo>
                  <a:pt x="225251" y="33709"/>
                </a:lnTo>
                <a:lnTo>
                  <a:pt x="225251" y="25505"/>
                </a:lnTo>
                <a:close/>
                <a:moveTo>
                  <a:pt x="242329" y="25505"/>
                </a:moveTo>
                <a:lnTo>
                  <a:pt x="242329" y="33709"/>
                </a:lnTo>
                <a:lnTo>
                  <a:pt x="233902" y="33709"/>
                </a:lnTo>
                <a:lnTo>
                  <a:pt x="233902" y="25505"/>
                </a:lnTo>
                <a:close/>
                <a:moveTo>
                  <a:pt x="250980" y="25505"/>
                </a:moveTo>
                <a:lnTo>
                  <a:pt x="250980" y="33709"/>
                </a:lnTo>
                <a:lnTo>
                  <a:pt x="242553" y="33709"/>
                </a:lnTo>
                <a:lnTo>
                  <a:pt x="242553" y="25505"/>
                </a:lnTo>
                <a:close/>
                <a:moveTo>
                  <a:pt x="259686" y="25505"/>
                </a:moveTo>
                <a:lnTo>
                  <a:pt x="259686" y="33709"/>
                </a:lnTo>
                <a:lnTo>
                  <a:pt x="251203" y="33709"/>
                </a:lnTo>
                <a:lnTo>
                  <a:pt x="251203" y="25505"/>
                </a:lnTo>
                <a:close/>
                <a:moveTo>
                  <a:pt x="268337" y="25505"/>
                </a:moveTo>
                <a:lnTo>
                  <a:pt x="268337" y="33709"/>
                </a:lnTo>
                <a:lnTo>
                  <a:pt x="259910" y="33709"/>
                </a:lnTo>
                <a:lnTo>
                  <a:pt x="259910" y="25505"/>
                </a:lnTo>
                <a:close/>
                <a:moveTo>
                  <a:pt x="276988" y="25505"/>
                </a:moveTo>
                <a:lnTo>
                  <a:pt x="276988" y="33709"/>
                </a:lnTo>
                <a:lnTo>
                  <a:pt x="268560" y="33709"/>
                </a:lnTo>
                <a:lnTo>
                  <a:pt x="268560" y="25505"/>
                </a:lnTo>
                <a:close/>
                <a:moveTo>
                  <a:pt x="17190" y="33933"/>
                </a:moveTo>
                <a:lnTo>
                  <a:pt x="17190" y="42193"/>
                </a:lnTo>
                <a:lnTo>
                  <a:pt x="8762" y="42193"/>
                </a:lnTo>
                <a:lnTo>
                  <a:pt x="8762" y="33933"/>
                </a:lnTo>
                <a:close/>
                <a:moveTo>
                  <a:pt x="25840" y="33933"/>
                </a:moveTo>
                <a:lnTo>
                  <a:pt x="25840" y="42193"/>
                </a:lnTo>
                <a:lnTo>
                  <a:pt x="17413" y="42193"/>
                </a:lnTo>
                <a:lnTo>
                  <a:pt x="17413" y="33933"/>
                </a:lnTo>
                <a:close/>
                <a:moveTo>
                  <a:pt x="34547" y="33933"/>
                </a:moveTo>
                <a:lnTo>
                  <a:pt x="34547" y="42193"/>
                </a:lnTo>
                <a:lnTo>
                  <a:pt x="26064" y="42193"/>
                </a:lnTo>
                <a:lnTo>
                  <a:pt x="26064" y="33933"/>
                </a:lnTo>
                <a:close/>
                <a:moveTo>
                  <a:pt x="43197" y="33933"/>
                </a:moveTo>
                <a:lnTo>
                  <a:pt x="43197" y="42193"/>
                </a:lnTo>
                <a:lnTo>
                  <a:pt x="34770" y="42193"/>
                </a:lnTo>
                <a:lnTo>
                  <a:pt x="34770" y="33933"/>
                </a:lnTo>
                <a:close/>
                <a:moveTo>
                  <a:pt x="51848" y="33933"/>
                </a:moveTo>
                <a:lnTo>
                  <a:pt x="51848" y="42193"/>
                </a:lnTo>
                <a:lnTo>
                  <a:pt x="43421" y="42193"/>
                </a:lnTo>
                <a:lnTo>
                  <a:pt x="43421" y="33933"/>
                </a:lnTo>
                <a:close/>
                <a:moveTo>
                  <a:pt x="60499" y="33933"/>
                </a:moveTo>
                <a:lnTo>
                  <a:pt x="60499" y="42193"/>
                </a:lnTo>
                <a:lnTo>
                  <a:pt x="52071" y="42193"/>
                </a:lnTo>
                <a:lnTo>
                  <a:pt x="52071" y="33933"/>
                </a:lnTo>
                <a:close/>
                <a:moveTo>
                  <a:pt x="69149" y="33933"/>
                </a:moveTo>
                <a:lnTo>
                  <a:pt x="69149" y="42193"/>
                </a:lnTo>
                <a:lnTo>
                  <a:pt x="60722" y="42193"/>
                </a:lnTo>
                <a:lnTo>
                  <a:pt x="60722" y="33933"/>
                </a:lnTo>
                <a:close/>
                <a:moveTo>
                  <a:pt x="77800" y="33933"/>
                </a:moveTo>
                <a:lnTo>
                  <a:pt x="77800" y="42193"/>
                </a:lnTo>
                <a:lnTo>
                  <a:pt x="69373" y="42193"/>
                </a:lnTo>
                <a:lnTo>
                  <a:pt x="69373" y="33933"/>
                </a:lnTo>
                <a:close/>
                <a:moveTo>
                  <a:pt x="86506" y="33933"/>
                </a:moveTo>
                <a:lnTo>
                  <a:pt x="86506" y="42193"/>
                </a:lnTo>
                <a:lnTo>
                  <a:pt x="78023" y="42193"/>
                </a:lnTo>
                <a:lnTo>
                  <a:pt x="78023" y="33933"/>
                </a:lnTo>
                <a:close/>
                <a:moveTo>
                  <a:pt x="95157" y="33933"/>
                </a:moveTo>
                <a:lnTo>
                  <a:pt x="95157" y="42193"/>
                </a:lnTo>
                <a:lnTo>
                  <a:pt x="86730" y="42193"/>
                </a:lnTo>
                <a:lnTo>
                  <a:pt x="86730" y="33933"/>
                </a:lnTo>
                <a:close/>
                <a:moveTo>
                  <a:pt x="103808" y="33933"/>
                </a:moveTo>
                <a:lnTo>
                  <a:pt x="103808" y="42193"/>
                </a:lnTo>
                <a:lnTo>
                  <a:pt x="95380" y="42193"/>
                </a:lnTo>
                <a:lnTo>
                  <a:pt x="95380" y="33933"/>
                </a:lnTo>
                <a:close/>
                <a:moveTo>
                  <a:pt x="112458" y="33933"/>
                </a:moveTo>
                <a:lnTo>
                  <a:pt x="112458" y="42193"/>
                </a:lnTo>
                <a:lnTo>
                  <a:pt x="104031" y="42193"/>
                </a:lnTo>
                <a:lnTo>
                  <a:pt x="104031" y="33933"/>
                </a:lnTo>
                <a:close/>
                <a:moveTo>
                  <a:pt x="121109" y="33933"/>
                </a:moveTo>
                <a:lnTo>
                  <a:pt x="121109" y="42193"/>
                </a:lnTo>
                <a:lnTo>
                  <a:pt x="112681" y="42193"/>
                </a:lnTo>
                <a:lnTo>
                  <a:pt x="112681" y="33933"/>
                </a:lnTo>
                <a:close/>
                <a:moveTo>
                  <a:pt x="129760" y="33933"/>
                </a:moveTo>
                <a:lnTo>
                  <a:pt x="129760" y="42193"/>
                </a:lnTo>
                <a:lnTo>
                  <a:pt x="121332" y="42193"/>
                </a:lnTo>
                <a:lnTo>
                  <a:pt x="121332" y="33933"/>
                </a:lnTo>
                <a:close/>
                <a:moveTo>
                  <a:pt x="138410" y="33933"/>
                </a:moveTo>
                <a:lnTo>
                  <a:pt x="138410" y="42193"/>
                </a:lnTo>
                <a:lnTo>
                  <a:pt x="129983" y="42193"/>
                </a:lnTo>
                <a:lnTo>
                  <a:pt x="129983" y="33933"/>
                </a:lnTo>
                <a:close/>
                <a:moveTo>
                  <a:pt x="147117" y="33933"/>
                </a:moveTo>
                <a:lnTo>
                  <a:pt x="147117" y="42193"/>
                </a:lnTo>
                <a:lnTo>
                  <a:pt x="138633" y="42193"/>
                </a:lnTo>
                <a:lnTo>
                  <a:pt x="138633" y="33933"/>
                </a:lnTo>
                <a:close/>
                <a:moveTo>
                  <a:pt x="155767" y="33933"/>
                </a:moveTo>
                <a:lnTo>
                  <a:pt x="155767" y="42193"/>
                </a:lnTo>
                <a:lnTo>
                  <a:pt x="147340" y="42193"/>
                </a:lnTo>
                <a:lnTo>
                  <a:pt x="147340" y="33933"/>
                </a:lnTo>
                <a:close/>
                <a:moveTo>
                  <a:pt x="164418" y="33933"/>
                </a:moveTo>
                <a:lnTo>
                  <a:pt x="164418" y="42193"/>
                </a:lnTo>
                <a:lnTo>
                  <a:pt x="155990" y="42193"/>
                </a:lnTo>
                <a:lnTo>
                  <a:pt x="155990" y="33933"/>
                </a:lnTo>
                <a:close/>
                <a:moveTo>
                  <a:pt x="173069" y="33933"/>
                </a:moveTo>
                <a:lnTo>
                  <a:pt x="173069" y="42193"/>
                </a:lnTo>
                <a:lnTo>
                  <a:pt x="164641" y="42193"/>
                </a:lnTo>
                <a:lnTo>
                  <a:pt x="164641" y="33933"/>
                </a:lnTo>
                <a:close/>
                <a:moveTo>
                  <a:pt x="181719" y="33933"/>
                </a:moveTo>
                <a:lnTo>
                  <a:pt x="181719" y="42193"/>
                </a:lnTo>
                <a:lnTo>
                  <a:pt x="173292" y="42193"/>
                </a:lnTo>
                <a:lnTo>
                  <a:pt x="173292" y="33933"/>
                </a:lnTo>
                <a:close/>
                <a:moveTo>
                  <a:pt x="190370" y="33933"/>
                </a:moveTo>
                <a:lnTo>
                  <a:pt x="190370" y="42193"/>
                </a:lnTo>
                <a:lnTo>
                  <a:pt x="181942" y="42193"/>
                </a:lnTo>
                <a:lnTo>
                  <a:pt x="181942" y="33933"/>
                </a:lnTo>
                <a:close/>
                <a:moveTo>
                  <a:pt x="199020" y="33933"/>
                </a:moveTo>
                <a:lnTo>
                  <a:pt x="199020" y="42193"/>
                </a:lnTo>
                <a:lnTo>
                  <a:pt x="190593" y="42193"/>
                </a:lnTo>
                <a:lnTo>
                  <a:pt x="190593" y="33933"/>
                </a:lnTo>
                <a:close/>
                <a:moveTo>
                  <a:pt x="207727" y="33933"/>
                </a:moveTo>
                <a:lnTo>
                  <a:pt x="207727" y="42193"/>
                </a:lnTo>
                <a:lnTo>
                  <a:pt x="199244" y="42193"/>
                </a:lnTo>
                <a:lnTo>
                  <a:pt x="199244" y="33933"/>
                </a:lnTo>
                <a:close/>
                <a:moveTo>
                  <a:pt x="216377" y="33933"/>
                </a:moveTo>
                <a:lnTo>
                  <a:pt x="216377" y="42193"/>
                </a:lnTo>
                <a:lnTo>
                  <a:pt x="207950" y="42193"/>
                </a:lnTo>
                <a:lnTo>
                  <a:pt x="207950" y="33933"/>
                </a:lnTo>
                <a:close/>
                <a:moveTo>
                  <a:pt x="225028" y="33933"/>
                </a:moveTo>
                <a:lnTo>
                  <a:pt x="225028" y="42193"/>
                </a:lnTo>
                <a:lnTo>
                  <a:pt x="216601" y="42193"/>
                </a:lnTo>
                <a:lnTo>
                  <a:pt x="216601" y="33933"/>
                </a:lnTo>
                <a:close/>
                <a:moveTo>
                  <a:pt x="233679" y="33933"/>
                </a:moveTo>
                <a:lnTo>
                  <a:pt x="233679" y="42193"/>
                </a:lnTo>
                <a:lnTo>
                  <a:pt x="225251" y="42193"/>
                </a:lnTo>
                <a:lnTo>
                  <a:pt x="225251" y="33933"/>
                </a:lnTo>
                <a:close/>
                <a:moveTo>
                  <a:pt x="242329" y="33933"/>
                </a:moveTo>
                <a:lnTo>
                  <a:pt x="242329" y="42193"/>
                </a:lnTo>
                <a:lnTo>
                  <a:pt x="233902" y="42193"/>
                </a:lnTo>
                <a:lnTo>
                  <a:pt x="233902" y="33933"/>
                </a:lnTo>
                <a:close/>
                <a:moveTo>
                  <a:pt x="250980" y="33933"/>
                </a:moveTo>
                <a:lnTo>
                  <a:pt x="250980" y="42193"/>
                </a:lnTo>
                <a:lnTo>
                  <a:pt x="242553" y="42193"/>
                </a:lnTo>
                <a:lnTo>
                  <a:pt x="242553" y="33933"/>
                </a:lnTo>
                <a:close/>
                <a:moveTo>
                  <a:pt x="259686" y="33933"/>
                </a:moveTo>
                <a:lnTo>
                  <a:pt x="259686" y="42193"/>
                </a:lnTo>
                <a:lnTo>
                  <a:pt x="251203" y="42193"/>
                </a:lnTo>
                <a:lnTo>
                  <a:pt x="251203" y="33933"/>
                </a:lnTo>
                <a:close/>
                <a:moveTo>
                  <a:pt x="268337" y="33933"/>
                </a:moveTo>
                <a:lnTo>
                  <a:pt x="268337" y="42193"/>
                </a:lnTo>
                <a:lnTo>
                  <a:pt x="259910" y="42193"/>
                </a:lnTo>
                <a:lnTo>
                  <a:pt x="259910" y="33933"/>
                </a:lnTo>
                <a:close/>
                <a:moveTo>
                  <a:pt x="276988" y="33933"/>
                </a:moveTo>
                <a:lnTo>
                  <a:pt x="276988" y="42193"/>
                </a:lnTo>
                <a:lnTo>
                  <a:pt x="268560" y="42193"/>
                </a:lnTo>
                <a:lnTo>
                  <a:pt x="268560" y="33933"/>
                </a:lnTo>
                <a:close/>
                <a:moveTo>
                  <a:pt x="17190" y="42416"/>
                </a:moveTo>
                <a:lnTo>
                  <a:pt x="17190" y="50620"/>
                </a:lnTo>
                <a:lnTo>
                  <a:pt x="8762" y="50620"/>
                </a:lnTo>
                <a:lnTo>
                  <a:pt x="8762" y="42416"/>
                </a:lnTo>
                <a:close/>
                <a:moveTo>
                  <a:pt x="25840" y="42416"/>
                </a:moveTo>
                <a:lnTo>
                  <a:pt x="25840" y="50620"/>
                </a:lnTo>
                <a:lnTo>
                  <a:pt x="17413" y="50620"/>
                </a:lnTo>
                <a:lnTo>
                  <a:pt x="17413" y="42416"/>
                </a:lnTo>
                <a:close/>
                <a:moveTo>
                  <a:pt x="34547" y="42416"/>
                </a:moveTo>
                <a:lnTo>
                  <a:pt x="34547" y="50620"/>
                </a:lnTo>
                <a:lnTo>
                  <a:pt x="26064" y="50620"/>
                </a:lnTo>
                <a:lnTo>
                  <a:pt x="26064" y="42416"/>
                </a:lnTo>
                <a:close/>
                <a:moveTo>
                  <a:pt x="43197" y="42416"/>
                </a:moveTo>
                <a:lnTo>
                  <a:pt x="43197" y="50620"/>
                </a:lnTo>
                <a:lnTo>
                  <a:pt x="34770" y="50620"/>
                </a:lnTo>
                <a:lnTo>
                  <a:pt x="34770" y="42416"/>
                </a:lnTo>
                <a:close/>
                <a:moveTo>
                  <a:pt x="51848" y="42416"/>
                </a:moveTo>
                <a:lnTo>
                  <a:pt x="51848" y="50620"/>
                </a:lnTo>
                <a:lnTo>
                  <a:pt x="43421" y="50620"/>
                </a:lnTo>
                <a:lnTo>
                  <a:pt x="43421" y="42416"/>
                </a:lnTo>
                <a:close/>
                <a:moveTo>
                  <a:pt x="60499" y="42416"/>
                </a:moveTo>
                <a:lnTo>
                  <a:pt x="60499" y="50620"/>
                </a:lnTo>
                <a:lnTo>
                  <a:pt x="52071" y="50620"/>
                </a:lnTo>
                <a:lnTo>
                  <a:pt x="52071" y="42416"/>
                </a:lnTo>
                <a:close/>
                <a:moveTo>
                  <a:pt x="69149" y="42416"/>
                </a:moveTo>
                <a:lnTo>
                  <a:pt x="69149" y="50620"/>
                </a:lnTo>
                <a:lnTo>
                  <a:pt x="60722" y="50620"/>
                </a:lnTo>
                <a:lnTo>
                  <a:pt x="60722" y="42416"/>
                </a:lnTo>
                <a:close/>
                <a:moveTo>
                  <a:pt x="77800" y="42416"/>
                </a:moveTo>
                <a:lnTo>
                  <a:pt x="77800" y="50620"/>
                </a:lnTo>
                <a:lnTo>
                  <a:pt x="69373" y="50620"/>
                </a:lnTo>
                <a:lnTo>
                  <a:pt x="69373" y="42416"/>
                </a:lnTo>
                <a:close/>
                <a:moveTo>
                  <a:pt x="86506" y="42416"/>
                </a:moveTo>
                <a:lnTo>
                  <a:pt x="86506" y="50620"/>
                </a:lnTo>
                <a:lnTo>
                  <a:pt x="78023" y="50620"/>
                </a:lnTo>
                <a:lnTo>
                  <a:pt x="78023" y="42416"/>
                </a:lnTo>
                <a:close/>
                <a:moveTo>
                  <a:pt x="95157" y="42416"/>
                </a:moveTo>
                <a:lnTo>
                  <a:pt x="95157" y="50620"/>
                </a:lnTo>
                <a:lnTo>
                  <a:pt x="86730" y="50620"/>
                </a:lnTo>
                <a:lnTo>
                  <a:pt x="86730" y="42416"/>
                </a:lnTo>
                <a:close/>
                <a:moveTo>
                  <a:pt x="103808" y="42416"/>
                </a:moveTo>
                <a:lnTo>
                  <a:pt x="103808" y="50620"/>
                </a:lnTo>
                <a:lnTo>
                  <a:pt x="95380" y="50620"/>
                </a:lnTo>
                <a:lnTo>
                  <a:pt x="95380" y="42416"/>
                </a:lnTo>
                <a:close/>
                <a:moveTo>
                  <a:pt x="112458" y="42416"/>
                </a:moveTo>
                <a:lnTo>
                  <a:pt x="112458" y="50620"/>
                </a:lnTo>
                <a:lnTo>
                  <a:pt x="104031" y="50620"/>
                </a:lnTo>
                <a:lnTo>
                  <a:pt x="104031" y="42416"/>
                </a:lnTo>
                <a:close/>
                <a:moveTo>
                  <a:pt x="121109" y="42416"/>
                </a:moveTo>
                <a:lnTo>
                  <a:pt x="121109" y="50620"/>
                </a:lnTo>
                <a:lnTo>
                  <a:pt x="112681" y="50620"/>
                </a:lnTo>
                <a:lnTo>
                  <a:pt x="112681" y="42416"/>
                </a:lnTo>
                <a:close/>
                <a:moveTo>
                  <a:pt x="129760" y="42416"/>
                </a:moveTo>
                <a:lnTo>
                  <a:pt x="129760" y="50620"/>
                </a:lnTo>
                <a:lnTo>
                  <a:pt x="121332" y="50620"/>
                </a:lnTo>
                <a:lnTo>
                  <a:pt x="121332" y="42416"/>
                </a:lnTo>
                <a:close/>
                <a:moveTo>
                  <a:pt x="138410" y="42416"/>
                </a:moveTo>
                <a:lnTo>
                  <a:pt x="138410" y="50620"/>
                </a:lnTo>
                <a:lnTo>
                  <a:pt x="129983" y="50620"/>
                </a:lnTo>
                <a:lnTo>
                  <a:pt x="129983" y="42416"/>
                </a:lnTo>
                <a:close/>
                <a:moveTo>
                  <a:pt x="147117" y="42416"/>
                </a:moveTo>
                <a:lnTo>
                  <a:pt x="147117" y="50620"/>
                </a:lnTo>
                <a:lnTo>
                  <a:pt x="138633" y="50620"/>
                </a:lnTo>
                <a:lnTo>
                  <a:pt x="138633" y="42416"/>
                </a:lnTo>
                <a:close/>
                <a:moveTo>
                  <a:pt x="155767" y="42416"/>
                </a:moveTo>
                <a:lnTo>
                  <a:pt x="155767" y="50620"/>
                </a:lnTo>
                <a:lnTo>
                  <a:pt x="147340" y="50620"/>
                </a:lnTo>
                <a:lnTo>
                  <a:pt x="147340" y="42416"/>
                </a:lnTo>
                <a:close/>
                <a:moveTo>
                  <a:pt x="164418" y="42416"/>
                </a:moveTo>
                <a:lnTo>
                  <a:pt x="164418" y="50620"/>
                </a:lnTo>
                <a:lnTo>
                  <a:pt x="155990" y="50620"/>
                </a:lnTo>
                <a:lnTo>
                  <a:pt x="155990" y="42416"/>
                </a:lnTo>
                <a:close/>
                <a:moveTo>
                  <a:pt x="173069" y="42416"/>
                </a:moveTo>
                <a:lnTo>
                  <a:pt x="173069" y="50620"/>
                </a:lnTo>
                <a:lnTo>
                  <a:pt x="164641" y="50620"/>
                </a:lnTo>
                <a:lnTo>
                  <a:pt x="164641" y="42416"/>
                </a:lnTo>
                <a:close/>
                <a:moveTo>
                  <a:pt x="181719" y="42416"/>
                </a:moveTo>
                <a:lnTo>
                  <a:pt x="181719" y="50620"/>
                </a:lnTo>
                <a:lnTo>
                  <a:pt x="173292" y="50620"/>
                </a:lnTo>
                <a:lnTo>
                  <a:pt x="173292" y="42416"/>
                </a:lnTo>
                <a:close/>
                <a:moveTo>
                  <a:pt x="190370" y="42416"/>
                </a:moveTo>
                <a:lnTo>
                  <a:pt x="190370" y="50620"/>
                </a:lnTo>
                <a:lnTo>
                  <a:pt x="181942" y="50620"/>
                </a:lnTo>
                <a:lnTo>
                  <a:pt x="181942" y="42416"/>
                </a:lnTo>
                <a:close/>
                <a:moveTo>
                  <a:pt x="199020" y="42416"/>
                </a:moveTo>
                <a:lnTo>
                  <a:pt x="199020" y="50620"/>
                </a:lnTo>
                <a:lnTo>
                  <a:pt x="190593" y="50620"/>
                </a:lnTo>
                <a:lnTo>
                  <a:pt x="190593" y="42416"/>
                </a:lnTo>
                <a:close/>
                <a:moveTo>
                  <a:pt x="207727" y="42416"/>
                </a:moveTo>
                <a:lnTo>
                  <a:pt x="207727" y="50620"/>
                </a:lnTo>
                <a:lnTo>
                  <a:pt x="199244" y="50620"/>
                </a:lnTo>
                <a:lnTo>
                  <a:pt x="199244" y="42416"/>
                </a:lnTo>
                <a:close/>
                <a:moveTo>
                  <a:pt x="216377" y="42416"/>
                </a:moveTo>
                <a:lnTo>
                  <a:pt x="216377" y="50620"/>
                </a:lnTo>
                <a:lnTo>
                  <a:pt x="207950" y="50620"/>
                </a:lnTo>
                <a:lnTo>
                  <a:pt x="207950" y="42416"/>
                </a:lnTo>
                <a:close/>
                <a:moveTo>
                  <a:pt x="225028" y="42416"/>
                </a:moveTo>
                <a:lnTo>
                  <a:pt x="225028" y="50620"/>
                </a:lnTo>
                <a:lnTo>
                  <a:pt x="216601" y="50620"/>
                </a:lnTo>
                <a:lnTo>
                  <a:pt x="216601" y="42416"/>
                </a:lnTo>
                <a:close/>
                <a:moveTo>
                  <a:pt x="233679" y="42416"/>
                </a:moveTo>
                <a:lnTo>
                  <a:pt x="233679" y="50620"/>
                </a:lnTo>
                <a:lnTo>
                  <a:pt x="225251" y="50620"/>
                </a:lnTo>
                <a:lnTo>
                  <a:pt x="225251" y="42416"/>
                </a:lnTo>
                <a:close/>
                <a:moveTo>
                  <a:pt x="242329" y="42416"/>
                </a:moveTo>
                <a:lnTo>
                  <a:pt x="242329" y="50620"/>
                </a:lnTo>
                <a:lnTo>
                  <a:pt x="233902" y="50620"/>
                </a:lnTo>
                <a:lnTo>
                  <a:pt x="233902" y="42416"/>
                </a:lnTo>
                <a:close/>
                <a:moveTo>
                  <a:pt x="250980" y="42416"/>
                </a:moveTo>
                <a:lnTo>
                  <a:pt x="250980" y="50620"/>
                </a:lnTo>
                <a:lnTo>
                  <a:pt x="242553" y="50620"/>
                </a:lnTo>
                <a:lnTo>
                  <a:pt x="242553" y="42416"/>
                </a:lnTo>
                <a:close/>
                <a:moveTo>
                  <a:pt x="259686" y="42416"/>
                </a:moveTo>
                <a:lnTo>
                  <a:pt x="259686" y="50620"/>
                </a:lnTo>
                <a:lnTo>
                  <a:pt x="251203" y="50620"/>
                </a:lnTo>
                <a:lnTo>
                  <a:pt x="251203" y="42416"/>
                </a:lnTo>
                <a:close/>
                <a:moveTo>
                  <a:pt x="268337" y="42416"/>
                </a:moveTo>
                <a:lnTo>
                  <a:pt x="268337" y="50620"/>
                </a:lnTo>
                <a:lnTo>
                  <a:pt x="259910" y="50620"/>
                </a:lnTo>
                <a:lnTo>
                  <a:pt x="259910" y="42416"/>
                </a:lnTo>
                <a:close/>
                <a:moveTo>
                  <a:pt x="276988" y="42416"/>
                </a:moveTo>
                <a:lnTo>
                  <a:pt x="276988" y="50620"/>
                </a:lnTo>
                <a:lnTo>
                  <a:pt x="268560" y="50620"/>
                </a:lnTo>
                <a:lnTo>
                  <a:pt x="268560" y="42416"/>
                </a:lnTo>
                <a:close/>
                <a:moveTo>
                  <a:pt x="17190" y="50843"/>
                </a:moveTo>
                <a:lnTo>
                  <a:pt x="17190" y="59103"/>
                </a:lnTo>
                <a:lnTo>
                  <a:pt x="8762" y="59103"/>
                </a:lnTo>
                <a:lnTo>
                  <a:pt x="8762" y="50843"/>
                </a:lnTo>
                <a:close/>
                <a:moveTo>
                  <a:pt x="25840" y="50843"/>
                </a:moveTo>
                <a:lnTo>
                  <a:pt x="25840" y="59103"/>
                </a:lnTo>
                <a:lnTo>
                  <a:pt x="17413" y="59103"/>
                </a:lnTo>
                <a:lnTo>
                  <a:pt x="17413" y="50843"/>
                </a:lnTo>
                <a:close/>
                <a:moveTo>
                  <a:pt x="34547" y="50843"/>
                </a:moveTo>
                <a:lnTo>
                  <a:pt x="34547" y="59103"/>
                </a:lnTo>
                <a:lnTo>
                  <a:pt x="26064" y="59103"/>
                </a:lnTo>
                <a:lnTo>
                  <a:pt x="26064" y="50843"/>
                </a:lnTo>
                <a:close/>
                <a:moveTo>
                  <a:pt x="43197" y="50843"/>
                </a:moveTo>
                <a:lnTo>
                  <a:pt x="43197" y="59103"/>
                </a:lnTo>
                <a:lnTo>
                  <a:pt x="34770" y="59103"/>
                </a:lnTo>
                <a:lnTo>
                  <a:pt x="34770" y="50843"/>
                </a:lnTo>
                <a:close/>
                <a:moveTo>
                  <a:pt x="51848" y="50843"/>
                </a:moveTo>
                <a:lnTo>
                  <a:pt x="51848" y="59103"/>
                </a:lnTo>
                <a:lnTo>
                  <a:pt x="43421" y="59103"/>
                </a:lnTo>
                <a:lnTo>
                  <a:pt x="43421" y="50843"/>
                </a:lnTo>
                <a:close/>
                <a:moveTo>
                  <a:pt x="60499" y="50843"/>
                </a:moveTo>
                <a:lnTo>
                  <a:pt x="60499" y="59103"/>
                </a:lnTo>
                <a:lnTo>
                  <a:pt x="52071" y="59103"/>
                </a:lnTo>
                <a:lnTo>
                  <a:pt x="52071" y="50843"/>
                </a:lnTo>
                <a:close/>
                <a:moveTo>
                  <a:pt x="69149" y="50843"/>
                </a:moveTo>
                <a:lnTo>
                  <a:pt x="69149" y="59103"/>
                </a:lnTo>
                <a:lnTo>
                  <a:pt x="60722" y="59103"/>
                </a:lnTo>
                <a:lnTo>
                  <a:pt x="60722" y="50843"/>
                </a:lnTo>
                <a:close/>
                <a:moveTo>
                  <a:pt x="77800" y="50843"/>
                </a:moveTo>
                <a:lnTo>
                  <a:pt x="77800" y="59103"/>
                </a:lnTo>
                <a:lnTo>
                  <a:pt x="69373" y="59103"/>
                </a:lnTo>
                <a:lnTo>
                  <a:pt x="69373" y="50843"/>
                </a:lnTo>
                <a:close/>
                <a:moveTo>
                  <a:pt x="86506" y="50843"/>
                </a:moveTo>
                <a:lnTo>
                  <a:pt x="86506" y="59103"/>
                </a:lnTo>
                <a:lnTo>
                  <a:pt x="78023" y="59103"/>
                </a:lnTo>
                <a:lnTo>
                  <a:pt x="78023" y="50843"/>
                </a:lnTo>
                <a:close/>
                <a:moveTo>
                  <a:pt x="95157" y="50843"/>
                </a:moveTo>
                <a:lnTo>
                  <a:pt x="95157" y="59103"/>
                </a:lnTo>
                <a:lnTo>
                  <a:pt x="86730" y="59103"/>
                </a:lnTo>
                <a:lnTo>
                  <a:pt x="86730" y="50843"/>
                </a:lnTo>
                <a:close/>
                <a:moveTo>
                  <a:pt x="103808" y="50843"/>
                </a:moveTo>
                <a:lnTo>
                  <a:pt x="103808" y="59103"/>
                </a:lnTo>
                <a:lnTo>
                  <a:pt x="95380" y="59103"/>
                </a:lnTo>
                <a:lnTo>
                  <a:pt x="95380" y="50843"/>
                </a:lnTo>
                <a:close/>
                <a:moveTo>
                  <a:pt x="112458" y="50843"/>
                </a:moveTo>
                <a:lnTo>
                  <a:pt x="112458" y="59103"/>
                </a:lnTo>
                <a:lnTo>
                  <a:pt x="104031" y="59103"/>
                </a:lnTo>
                <a:lnTo>
                  <a:pt x="104031" y="50843"/>
                </a:lnTo>
                <a:close/>
                <a:moveTo>
                  <a:pt x="121109" y="50843"/>
                </a:moveTo>
                <a:lnTo>
                  <a:pt x="121109" y="59103"/>
                </a:lnTo>
                <a:lnTo>
                  <a:pt x="112681" y="59103"/>
                </a:lnTo>
                <a:lnTo>
                  <a:pt x="112681" y="50843"/>
                </a:lnTo>
                <a:close/>
                <a:moveTo>
                  <a:pt x="129760" y="50843"/>
                </a:moveTo>
                <a:lnTo>
                  <a:pt x="129760" y="59103"/>
                </a:lnTo>
                <a:lnTo>
                  <a:pt x="121332" y="59103"/>
                </a:lnTo>
                <a:lnTo>
                  <a:pt x="121332" y="50843"/>
                </a:lnTo>
                <a:close/>
                <a:moveTo>
                  <a:pt x="138410" y="50843"/>
                </a:moveTo>
                <a:lnTo>
                  <a:pt x="138410" y="59103"/>
                </a:lnTo>
                <a:lnTo>
                  <a:pt x="129983" y="59103"/>
                </a:lnTo>
                <a:lnTo>
                  <a:pt x="129983" y="50843"/>
                </a:lnTo>
                <a:close/>
                <a:moveTo>
                  <a:pt x="147117" y="50843"/>
                </a:moveTo>
                <a:lnTo>
                  <a:pt x="147117" y="59103"/>
                </a:lnTo>
                <a:lnTo>
                  <a:pt x="138633" y="59103"/>
                </a:lnTo>
                <a:lnTo>
                  <a:pt x="138633" y="50843"/>
                </a:lnTo>
                <a:close/>
                <a:moveTo>
                  <a:pt x="155767" y="50843"/>
                </a:moveTo>
                <a:lnTo>
                  <a:pt x="155767" y="59103"/>
                </a:lnTo>
                <a:lnTo>
                  <a:pt x="147340" y="59103"/>
                </a:lnTo>
                <a:lnTo>
                  <a:pt x="147340" y="50843"/>
                </a:lnTo>
                <a:close/>
                <a:moveTo>
                  <a:pt x="164418" y="50843"/>
                </a:moveTo>
                <a:lnTo>
                  <a:pt x="164418" y="59103"/>
                </a:lnTo>
                <a:lnTo>
                  <a:pt x="155990" y="59103"/>
                </a:lnTo>
                <a:lnTo>
                  <a:pt x="155990" y="50843"/>
                </a:lnTo>
                <a:close/>
                <a:moveTo>
                  <a:pt x="173069" y="50843"/>
                </a:moveTo>
                <a:lnTo>
                  <a:pt x="173069" y="59103"/>
                </a:lnTo>
                <a:lnTo>
                  <a:pt x="164641" y="59103"/>
                </a:lnTo>
                <a:lnTo>
                  <a:pt x="164641" y="50843"/>
                </a:lnTo>
                <a:close/>
                <a:moveTo>
                  <a:pt x="181719" y="50843"/>
                </a:moveTo>
                <a:lnTo>
                  <a:pt x="181719" y="59103"/>
                </a:lnTo>
                <a:lnTo>
                  <a:pt x="173292" y="59103"/>
                </a:lnTo>
                <a:lnTo>
                  <a:pt x="173292" y="50843"/>
                </a:lnTo>
                <a:close/>
                <a:moveTo>
                  <a:pt x="190370" y="50843"/>
                </a:moveTo>
                <a:lnTo>
                  <a:pt x="190370" y="59103"/>
                </a:lnTo>
                <a:lnTo>
                  <a:pt x="181942" y="59103"/>
                </a:lnTo>
                <a:lnTo>
                  <a:pt x="181942" y="50843"/>
                </a:lnTo>
                <a:close/>
                <a:moveTo>
                  <a:pt x="199020" y="50843"/>
                </a:moveTo>
                <a:lnTo>
                  <a:pt x="199020" y="59103"/>
                </a:lnTo>
                <a:lnTo>
                  <a:pt x="190593" y="59103"/>
                </a:lnTo>
                <a:lnTo>
                  <a:pt x="190593" y="50843"/>
                </a:lnTo>
                <a:close/>
                <a:moveTo>
                  <a:pt x="207727" y="50843"/>
                </a:moveTo>
                <a:lnTo>
                  <a:pt x="207727" y="59103"/>
                </a:lnTo>
                <a:lnTo>
                  <a:pt x="199244" y="59103"/>
                </a:lnTo>
                <a:lnTo>
                  <a:pt x="199244" y="50843"/>
                </a:lnTo>
                <a:close/>
                <a:moveTo>
                  <a:pt x="216377" y="50843"/>
                </a:moveTo>
                <a:lnTo>
                  <a:pt x="216377" y="59103"/>
                </a:lnTo>
                <a:lnTo>
                  <a:pt x="207950" y="59103"/>
                </a:lnTo>
                <a:lnTo>
                  <a:pt x="207950" y="50843"/>
                </a:lnTo>
                <a:close/>
                <a:moveTo>
                  <a:pt x="225028" y="50843"/>
                </a:moveTo>
                <a:lnTo>
                  <a:pt x="225028" y="59103"/>
                </a:lnTo>
                <a:lnTo>
                  <a:pt x="216601" y="59103"/>
                </a:lnTo>
                <a:lnTo>
                  <a:pt x="216601" y="50843"/>
                </a:lnTo>
                <a:close/>
                <a:moveTo>
                  <a:pt x="233679" y="50843"/>
                </a:moveTo>
                <a:lnTo>
                  <a:pt x="233679" y="59103"/>
                </a:lnTo>
                <a:lnTo>
                  <a:pt x="225251" y="59103"/>
                </a:lnTo>
                <a:lnTo>
                  <a:pt x="225251" y="50843"/>
                </a:lnTo>
                <a:close/>
                <a:moveTo>
                  <a:pt x="242329" y="50843"/>
                </a:moveTo>
                <a:lnTo>
                  <a:pt x="242329" y="59103"/>
                </a:lnTo>
                <a:lnTo>
                  <a:pt x="233902" y="59103"/>
                </a:lnTo>
                <a:lnTo>
                  <a:pt x="233902" y="50843"/>
                </a:lnTo>
                <a:close/>
                <a:moveTo>
                  <a:pt x="250980" y="50843"/>
                </a:moveTo>
                <a:lnTo>
                  <a:pt x="250980" y="59103"/>
                </a:lnTo>
                <a:lnTo>
                  <a:pt x="242553" y="59103"/>
                </a:lnTo>
                <a:lnTo>
                  <a:pt x="242553" y="50843"/>
                </a:lnTo>
                <a:close/>
                <a:moveTo>
                  <a:pt x="259686" y="50843"/>
                </a:moveTo>
                <a:lnTo>
                  <a:pt x="259686" y="59103"/>
                </a:lnTo>
                <a:lnTo>
                  <a:pt x="251203" y="59103"/>
                </a:lnTo>
                <a:lnTo>
                  <a:pt x="251203" y="50843"/>
                </a:lnTo>
                <a:close/>
                <a:moveTo>
                  <a:pt x="268337" y="50843"/>
                </a:moveTo>
                <a:lnTo>
                  <a:pt x="268337" y="59103"/>
                </a:lnTo>
                <a:lnTo>
                  <a:pt x="259910" y="59103"/>
                </a:lnTo>
                <a:lnTo>
                  <a:pt x="259910" y="50843"/>
                </a:lnTo>
                <a:close/>
                <a:moveTo>
                  <a:pt x="276988" y="50843"/>
                </a:moveTo>
                <a:lnTo>
                  <a:pt x="276988" y="59103"/>
                </a:lnTo>
                <a:lnTo>
                  <a:pt x="268560" y="59103"/>
                </a:lnTo>
                <a:lnTo>
                  <a:pt x="268560" y="50843"/>
                </a:lnTo>
                <a:close/>
                <a:moveTo>
                  <a:pt x="17190" y="59326"/>
                </a:moveTo>
                <a:lnTo>
                  <a:pt x="17190" y="67586"/>
                </a:lnTo>
                <a:lnTo>
                  <a:pt x="8762" y="67586"/>
                </a:lnTo>
                <a:lnTo>
                  <a:pt x="8762" y="59326"/>
                </a:lnTo>
                <a:close/>
                <a:moveTo>
                  <a:pt x="25840" y="59326"/>
                </a:moveTo>
                <a:lnTo>
                  <a:pt x="25840" y="67586"/>
                </a:lnTo>
                <a:lnTo>
                  <a:pt x="17413" y="67586"/>
                </a:lnTo>
                <a:lnTo>
                  <a:pt x="17413" y="59326"/>
                </a:lnTo>
                <a:close/>
                <a:moveTo>
                  <a:pt x="34547" y="59326"/>
                </a:moveTo>
                <a:lnTo>
                  <a:pt x="34547" y="67586"/>
                </a:lnTo>
                <a:lnTo>
                  <a:pt x="26064" y="67586"/>
                </a:lnTo>
                <a:lnTo>
                  <a:pt x="26064" y="59326"/>
                </a:lnTo>
                <a:close/>
                <a:moveTo>
                  <a:pt x="43197" y="59326"/>
                </a:moveTo>
                <a:lnTo>
                  <a:pt x="43197" y="67586"/>
                </a:lnTo>
                <a:lnTo>
                  <a:pt x="34770" y="67586"/>
                </a:lnTo>
                <a:lnTo>
                  <a:pt x="34770" y="59326"/>
                </a:lnTo>
                <a:close/>
                <a:moveTo>
                  <a:pt x="51848" y="59326"/>
                </a:moveTo>
                <a:lnTo>
                  <a:pt x="51848" y="67586"/>
                </a:lnTo>
                <a:lnTo>
                  <a:pt x="43421" y="67586"/>
                </a:lnTo>
                <a:lnTo>
                  <a:pt x="43421" y="59326"/>
                </a:lnTo>
                <a:close/>
                <a:moveTo>
                  <a:pt x="60499" y="59326"/>
                </a:moveTo>
                <a:lnTo>
                  <a:pt x="60499" y="67586"/>
                </a:lnTo>
                <a:lnTo>
                  <a:pt x="52071" y="67586"/>
                </a:lnTo>
                <a:lnTo>
                  <a:pt x="52071" y="59326"/>
                </a:lnTo>
                <a:close/>
                <a:moveTo>
                  <a:pt x="69149" y="59326"/>
                </a:moveTo>
                <a:lnTo>
                  <a:pt x="69149" y="67586"/>
                </a:lnTo>
                <a:lnTo>
                  <a:pt x="60722" y="67586"/>
                </a:lnTo>
                <a:lnTo>
                  <a:pt x="60722" y="59326"/>
                </a:lnTo>
                <a:close/>
                <a:moveTo>
                  <a:pt x="77800" y="59326"/>
                </a:moveTo>
                <a:lnTo>
                  <a:pt x="77800" y="67586"/>
                </a:lnTo>
                <a:lnTo>
                  <a:pt x="69373" y="67586"/>
                </a:lnTo>
                <a:lnTo>
                  <a:pt x="69373" y="59326"/>
                </a:lnTo>
                <a:close/>
                <a:moveTo>
                  <a:pt x="86506" y="59326"/>
                </a:moveTo>
                <a:lnTo>
                  <a:pt x="86506" y="67586"/>
                </a:lnTo>
                <a:lnTo>
                  <a:pt x="78023" y="67586"/>
                </a:lnTo>
                <a:lnTo>
                  <a:pt x="78023" y="59326"/>
                </a:lnTo>
                <a:close/>
                <a:moveTo>
                  <a:pt x="95157" y="59326"/>
                </a:moveTo>
                <a:lnTo>
                  <a:pt x="95157" y="67586"/>
                </a:lnTo>
                <a:lnTo>
                  <a:pt x="86730" y="67586"/>
                </a:lnTo>
                <a:lnTo>
                  <a:pt x="86730" y="59326"/>
                </a:lnTo>
                <a:close/>
                <a:moveTo>
                  <a:pt x="103808" y="59326"/>
                </a:moveTo>
                <a:lnTo>
                  <a:pt x="103808" y="67586"/>
                </a:lnTo>
                <a:lnTo>
                  <a:pt x="95380" y="67586"/>
                </a:lnTo>
                <a:lnTo>
                  <a:pt x="95380" y="59326"/>
                </a:lnTo>
                <a:close/>
                <a:moveTo>
                  <a:pt x="112458" y="59326"/>
                </a:moveTo>
                <a:lnTo>
                  <a:pt x="112458" y="67586"/>
                </a:lnTo>
                <a:lnTo>
                  <a:pt x="104031" y="67586"/>
                </a:lnTo>
                <a:lnTo>
                  <a:pt x="104031" y="59326"/>
                </a:lnTo>
                <a:close/>
                <a:moveTo>
                  <a:pt x="121109" y="59326"/>
                </a:moveTo>
                <a:lnTo>
                  <a:pt x="121109" y="67586"/>
                </a:lnTo>
                <a:lnTo>
                  <a:pt x="112681" y="67586"/>
                </a:lnTo>
                <a:lnTo>
                  <a:pt x="112681" y="59326"/>
                </a:lnTo>
                <a:close/>
                <a:moveTo>
                  <a:pt x="129760" y="59326"/>
                </a:moveTo>
                <a:lnTo>
                  <a:pt x="129760" y="67586"/>
                </a:lnTo>
                <a:lnTo>
                  <a:pt x="121332" y="67586"/>
                </a:lnTo>
                <a:lnTo>
                  <a:pt x="121332" y="59326"/>
                </a:lnTo>
                <a:close/>
                <a:moveTo>
                  <a:pt x="138410" y="59326"/>
                </a:moveTo>
                <a:lnTo>
                  <a:pt x="138410" y="67586"/>
                </a:lnTo>
                <a:lnTo>
                  <a:pt x="129983" y="67586"/>
                </a:lnTo>
                <a:lnTo>
                  <a:pt x="129983" y="59326"/>
                </a:lnTo>
                <a:close/>
                <a:moveTo>
                  <a:pt x="147117" y="59326"/>
                </a:moveTo>
                <a:lnTo>
                  <a:pt x="147117" y="67586"/>
                </a:lnTo>
                <a:lnTo>
                  <a:pt x="138633" y="67586"/>
                </a:lnTo>
                <a:lnTo>
                  <a:pt x="138633" y="59326"/>
                </a:lnTo>
                <a:close/>
                <a:moveTo>
                  <a:pt x="155767" y="59326"/>
                </a:moveTo>
                <a:lnTo>
                  <a:pt x="155767" y="67586"/>
                </a:lnTo>
                <a:lnTo>
                  <a:pt x="147340" y="67586"/>
                </a:lnTo>
                <a:lnTo>
                  <a:pt x="147340" y="59326"/>
                </a:lnTo>
                <a:close/>
                <a:moveTo>
                  <a:pt x="164418" y="59326"/>
                </a:moveTo>
                <a:lnTo>
                  <a:pt x="164418" y="67586"/>
                </a:lnTo>
                <a:lnTo>
                  <a:pt x="155990" y="67586"/>
                </a:lnTo>
                <a:lnTo>
                  <a:pt x="155990" y="59326"/>
                </a:lnTo>
                <a:close/>
                <a:moveTo>
                  <a:pt x="173069" y="59326"/>
                </a:moveTo>
                <a:lnTo>
                  <a:pt x="173069" y="67586"/>
                </a:lnTo>
                <a:lnTo>
                  <a:pt x="164641" y="67586"/>
                </a:lnTo>
                <a:lnTo>
                  <a:pt x="164641" y="59326"/>
                </a:lnTo>
                <a:close/>
                <a:moveTo>
                  <a:pt x="181719" y="59326"/>
                </a:moveTo>
                <a:lnTo>
                  <a:pt x="181719" y="67586"/>
                </a:lnTo>
                <a:lnTo>
                  <a:pt x="173292" y="67586"/>
                </a:lnTo>
                <a:lnTo>
                  <a:pt x="173292" y="59326"/>
                </a:lnTo>
                <a:close/>
                <a:moveTo>
                  <a:pt x="190370" y="59326"/>
                </a:moveTo>
                <a:lnTo>
                  <a:pt x="190370" y="67586"/>
                </a:lnTo>
                <a:lnTo>
                  <a:pt x="181942" y="67586"/>
                </a:lnTo>
                <a:lnTo>
                  <a:pt x="181942" y="59326"/>
                </a:lnTo>
                <a:close/>
                <a:moveTo>
                  <a:pt x="199020" y="59326"/>
                </a:moveTo>
                <a:lnTo>
                  <a:pt x="199020" y="67586"/>
                </a:lnTo>
                <a:lnTo>
                  <a:pt x="190593" y="67586"/>
                </a:lnTo>
                <a:lnTo>
                  <a:pt x="190593" y="59326"/>
                </a:lnTo>
                <a:close/>
                <a:moveTo>
                  <a:pt x="207727" y="59326"/>
                </a:moveTo>
                <a:lnTo>
                  <a:pt x="207727" y="67586"/>
                </a:lnTo>
                <a:lnTo>
                  <a:pt x="199244" y="67586"/>
                </a:lnTo>
                <a:lnTo>
                  <a:pt x="199244" y="59326"/>
                </a:lnTo>
                <a:close/>
                <a:moveTo>
                  <a:pt x="216377" y="59326"/>
                </a:moveTo>
                <a:lnTo>
                  <a:pt x="216377" y="67586"/>
                </a:lnTo>
                <a:lnTo>
                  <a:pt x="207950" y="67586"/>
                </a:lnTo>
                <a:lnTo>
                  <a:pt x="207950" y="59326"/>
                </a:lnTo>
                <a:close/>
                <a:moveTo>
                  <a:pt x="225028" y="59326"/>
                </a:moveTo>
                <a:lnTo>
                  <a:pt x="225028" y="67586"/>
                </a:lnTo>
                <a:lnTo>
                  <a:pt x="216601" y="67586"/>
                </a:lnTo>
                <a:lnTo>
                  <a:pt x="216601" y="59326"/>
                </a:lnTo>
                <a:close/>
                <a:moveTo>
                  <a:pt x="233679" y="59326"/>
                </a:moveTo>
                <a:lnTo>
                  <a:pt x="233679" y="67586"/>
                </a:lnTo>
                <a:lnTo>
                  <a:pt x="225251" y="67586"/>
                </a:lnTo>
                <a:lnTo>
                  <a:pt x="225251" y="59326"/>
                </a:lnTo>
                <a:close/>
                <a:moveTo>
                  <a:pt x="242329" y="59326"/>
                </a:moveTo>
                <a:lnTo>
                  <a:pt x="242329" y="67586"/>
                </a:lnTo>
                <a:lnTo>
                  <a:pt x="233902" y="67586"/>
                </a:lnTo>
                <a:lnTo>
                  <a:pt x="233902" y="59326"/>
                </a:lnTo>
                <a:close/>
                <a:moveTo>
                  <a:pt x="250980" y="59326"/>
                </a:moveTo>
                <a:lnTo>
                  <a:pt x="250980" y="67586"/>
                </a:lnTo>
                <a:lnTo>
                  <a:pt x="242553" y="67586"/>
                </a:lnTo>
                <a:lnTo>
                  <a:pt x="242553" y="59326"/>
                </a:lnTo>
                <a:close/>
                <a:moveTo>
                  <a:pt x="259686" y="59326"/>
                </a:moveTo>
                <a:lnTo>
                  <a:pt x="259686" y="67586"/>
                </a:lnTo>
                <a:lnTo>
                  <a:pt x="251203" y="67586"/>
                </a:lnTo>
                <a:lnTo>
                  <a:pt x="251203" y="59326"/>
                </a:lnTo>
                <a:close/>
                <a:moveTo>
                  <a:pt x="268337" y="59326"/>
                </a:moveTo>
                <a:lnTo>
                  <a:pt x="268337" y="67586"/>
                </a:lnTo>
                <a:lnTo>
                  <a:pt x="259910" y="67586"/>
                </a:lnTo>
                <a:lnTo>
                  <a:pt x="259910" y="59326"/>
                </a:lnTo>
                <a:close/>
                <a:moveTo>
                  <a:pt x="276988" y="59326"/>
                </a:moveTo>
                <a:lnTo>
                  <a:pt x="276988" y="67586"/>
                </a:lnTo>
                <a:lnTo>
                  <a:pt x="268560" y="67586"/>
                </a:lnTo>
                <a:lnTo>
                  <a:pt x="268560" y="59326"/>
                </a:lnTo>
                <a:close/>
                <a:moveTo>
                  <a:pt x="17190" y="67810"/>
                </a:moveTo>
                <a:lnTo>
                  <a:pt x="17190" y="76014"/>
                </a:lnTo>
                <a:lnTo>
                  <a:pt x="8762" y="76014"/>
                </a:lnTo>
                <a:lnTo>
                  <a:pt x="8762" y="67810"/>
                </a:lnTo>
                <a:close/>
                <a:moveTo>
                  <a:pt x="25840" y="67810"/>
                </a:moveTo>
                <a:lnTo>
                  <a:pt x="25840" y="76014"/>
                </a:lnTo>
                <a:lnTo>
                  <a:pt x="17413" y="76014"/>
                </a:lnTo>
                <a:lnTo>
                  <a:pt x="17413" y="67810"/>
                </a:lnTo>
                <a:close/>
                <a:moveTo>
                  <a:pt x="34547" y="67810"/>
                </a:moveTo>
                <a:lnTo>
                  <a:pt x="34547" y="76014"/>
                </a:lnTo>
                <a:lnTo>
                  <a:pt x="26064" y="76014"/>
                </a:lnTo>
                <a:lnTo>
                  <a:pt x="26064" y="67810"/>
                </a:lnTo>
                <a:close/>
                <a:moveTo>
                  <a:pt x="43197" y="67810"/>
                </a:moveTo>
                <a:lnTo>
                  <a:pt x="43197" y="76014"/>
                </a:lnTo>
                <a:lnTo>
                  <a:pt x="34770" y="76014"/>
                </a:lnTo>
                <a:lnTo>
                  <a:pt x="34770" y="67810"/>
                </a:lnTo>
                <a:close/>
                <a:moveTo>
                  <a:pt x="51848" y="67810"/>
                </a:moveTo>
                <a:lnTo>
                  <a:pt x="51848" y="76014"/>
                </a:lnTo>
                <a:lnTo>
                  <a:pt x="43421" y="76014"/>
                </a:lnTo>
                <a:lnTo>
                  <a:pt x="43421" y="67810"/>
                </a:lnTo>
                <a:close/>
                <a:moveTo>
                  <a:pt x="60499" y="67810"/>
                </a:moveTo>
                <a:lnTo>
                  <a:pt x="60499" y="76014"/>
                </a:lnTo>
                <a:lnTo>
                  <a:pt x="52071" y="76014"/>
                </a:lnTo>
                <a:lnTo>
                  <a:pt x="52071" y="67810"/>
                </a:lnTo>
                <a:close/>
                <a:moveTo>
                  <a:pt x="69149" y="67810"/>
                </a:moveTo>
                <a:lnTo>
                  <a:pt x="69149" y="76014"/>
                </a:lnTo>
                <a:lnTo>
                  <a:pt x="60722" y="76014"/>
                </a:lnTo>
                <a:lnTo>
                  <a:pt x="60722" y="67810"/>
                </a:lnTo>
                <a:close/>
                <a:moveTo>
                  <a:pt x="77800" y="67810"/>
                </a:moveTo>
                <a:lnTo>
                  <a:pt x="77800" y="76014"/>
                </a:lnTo>
                <a:lnTo>
                  <a:pt x="69373" y="76014"/>
                </a:lnTo>
                <a:lnTo>
                  <a:pt x="69373" y="67810"/>
                </a:lnTo>
                <a:close/>
                <a:moveTo>
                  <a:pt x="86506" y="67810"/>
                </a:moveTo>
                <a:lnTo>
                  <a:pt x="86506" y="76014"/>
                </a:lnTo>
                <a:lnTo>
                  <a:pt x="78023" y="76014"/>
                </a:lnTo>
                <a:lnTo>
                  <a:pt x="78023" y="67810"/>
                </a:lnTo>
                <a:close/>
                <a:moveTo>
                  <a:pt x="95157" y="67810"/>
                </a:moveTo>
                <a:lnTo>
                  <a:pt x="95157" y="76014"/>
                </a:lnTo>
                <a:lnTo>
                  <a:pt x="86730" y="76014"/>
                </a:lnTo>
                <a:lnTo>
                  <a:pt x="86730" y="67810"/>
                </a:lnTo>
                <a:close/>
                <a:moveTo>
                  <a:pt x="103808" y="67810"/>
                </a:moveTo>
                <a:lnTo>
                  <a:pt x="103808" y="76014"/>
                </a:lnTo>
                <a:lnTo>
                  <a:pt x="95380" y="76014"/>
                </a:lnTo>
                <a:lnTo>
                  <a:pt x="95380" y="67810"/>
                </a:lnTo>
                <a:close/>
                <a:moveTo>
                  <a:pt x="112458" y="67810"/>
                </a:moveTo>
                <a:lnTo>
                  <a:pt x="112458" y="76014"/>
                </a:lnTo>
                <a:lnTo>
                  <a:pt x="104031" y="76014"/>
                </a:lnTo>
                <a:lnTo>
                  <a:pt x="104031" y="67810"/>
                </a:lnTo>
                <a:close/>
                <a:moveTo>
                  <a:pt x="121109" y="67810"/>
                </a:moveTo>
                <a:lnTo>
                  <a:pt x="121109" y="76014"/>
                </a:lnTo>
                <a:lnTo>
                  <a:pt x="112681" y="76014"/>
                </a:lnTo>
                <a:lnTo>
                  <a:pt x="112681" y="67810"/>
                </a:lnTo>
                <a:close/>
                <a:moveTo>
                  <a:pt x="129760" y="67810"/>
                </a:moveTo>
                <a:lnTo>
                  <a:pt x="129760" y="76014"/>
                </a:lnTo>
                <a:lnTo>
                  <a:pt x="121332" y="76014"/>
                </a:lnTo>
                <a:lnTo>
                  <a:pt x="121332" y="67810"/>
                </a:lnTo>
                <a:close/>
                <a:moveTo>
                  <a:pt x="138410" y="67810"/>
                </a:moveTo>
                <a:lnTo>
                  <a:pt x="138410" y="76014"/>
                </a:lnTo>
                <a:lnTo>
                  <a:pt x="129983" y="76014"/>
                </a:lnTo>
                <a:lnTo>
                  <a:pt x="129983" y="67810"/>
                </a:lnTo>
                <a:close/>
                <a:moveTo>
                  <a:pt x="147117" y="67810"/>
                </a:moveTo>
                <a:lnTo>
                  <a:pt x="147117" y="76014"/>
                </a:lnTo>
                <a:lnTo>
                  <a:pt x="138633" y="76014"/>
                </a:lnTo>
                <a:lnTo>
                  <a:pt x="138633" y="67810"/>
                </a:lnTo>
                <a:close/>
                <a:moveTo>
                  <a:pt x="155767" y="67810"/>
                </a:moveTo>
                <a:lnTo>
                  <a:pt x="155767" y="76014"/>
                </a:lnTo>
                <a:lnTo>
                  <a:pt x="147340" y="76014"/>
                </a:lnTo>
                <a:lnTo>
                  <a:pt x="147340" y="67810"/>
                </a:lnTo>
                <a:close/>
                <a:moveTo>
                  <a:pt x="164418" y="67810"/>
                </a:moveTo>
                <a:lnTo>
                  <a:pt x="164418" y="76014"/>
                </a:lnTo>
                <a:lnTo>
                  <a:pt x="155990" y="76014"/>
                </a:lnTo>
                <a:lnTo>
                  <a:pt x="155990" y="67810"/>
                </a:lnTo>
                <a:close/>
                <a:moveTo>
                  <a:pt x="173069" y="67810"/>
                </a:moveTo>
                <a:lnTo>
                  <a:pt x="173069" y="76014"/>
                </a:lnTo>
                <a:lnTo>
                  <a:pt x="164641" y="76014"/>
                </a:lnTo>
                <a:lnTo>
                  <a:pt x="164641" y="67810"/>
                </a:lnTo>
                <a:close/>
                <a:moveTo>
                  <a:pt x="181719" y="67810"/>
                </a:moveTo>
                <a:lnTo>
                  <a:pt x="181719" y="76014"/>
                </a:lnTo>
                <a:lnTo>
                  <a:pt x="173292" y="76014"/>
                </a:lnTo>
                <a:lnTo>
                  <a:pt x="173292" y="67810"/>
                </a:lnTo>
                <a:close/>
                <a:moveTo>
                  <a:pt x="190370" y="67810"/>
                </a:moveTo>
                <a:lnTo>
                  <a:pt x="190370" y="76014"/>
                </a:lnTo>
                <a:lnTo>
                  <a:pt x="181942" y="76014"/>
                </a:lnTo>
                <a:lnTo>
                  <a:pt x="181942" y="67810"/>
                </a:lnTo>
                <a:close/>
                <a:moveTo>
                  <a:pt x="199020" y="67810"/>
                </a:moveTo>
                <a:lnTo>
                  <a:pt x="199020" y="76014"/>
                </a:lnTo>
                <a:lnTo>
                  <a:pt x="190593" y="76014"/>
                </a:lnTo>
                <a:lnTo>
                  <a:pt x="190593" y="67810"/>
                </a:lnTo>
                <a:close/>
                <a:moveTo>
                  <a:pt x="207727" y="67810"/>
                </a:moveTo>
                <a:lnTo>
                  <a:pt x="207727" y="76014"/>
                </a:lnTo>
                <a:lnTo>
                  <a:pt x="199244" y="76014"/>
                </a:lnTo>
                <a:lnTo>
                  <a:pt x="199244" y="67810"/>
                </a:lnTo>
                <a:close/>
                <a:moveTo>
                  <a:pt x="216377" y="67810"/>
                </a:moveTo>
                <a:lnTo>
                  <a:pt x="216377" y="76014"/>
                </a:lnTo>
                <a:lnTo>
                  <a:pt x="207950" y="76014"/>
                </a:lnTo>
                <a:lnTo>
                  <a:pt x="207950" y="67810"/>
                </a:lnTo>
                <a:close/>
                <a:moveTo>
                  <a:pt x="225028" y="67810"/>
                </a:moveTo>
                <a:lnTo>
                  <a:pt x="225028" y="76014"/>
                </a:lnTo>
                <a:lnTo>
                  <a:pt x="216601" y="76014"/>
                </a:lnTo>
                <a:lnTo>
                  <a:pt x="216601" y="67810"/>
                </a:lnTo>
                <a:close/>
                <a:moveTo>
                  <a:pt x="233679" y="67810"/>
                </a:moveTo>
                <a:lnTo>
                  <a:pt x="233679" y="76014"/>
                </a:lnTo>
                <a:lnTo>
                  <a:pt x="225251" y="76014"/>
                </a:lnTo>
                <a:lnTo>
                  <a:pt x="225251" y="67810"/>
                </a:lnTo>
                <a:close/>
                <a:moveTo>
                  <a:pt x="242329" y="67810"/>
                </a:moveTo>
                <a:lnTo>
                  <a:pt x="242329" y="76014"/>
                </a:lnTo>
                <a:lnTo>
                  <a:pt x="233902" y="76014"/>
                </a:lnTo>
                <a:lnTo>
                  <a:pt x="233902" y="67810"/>
                </a:lnTo>
                <a:close/>
                <a:moveTo>
                  <a:pt x="250980" y="67810"/>
                </a:moveTo>
                <a:lnTo>
                  <a:pt x="250980" y="76014"/>
                </a:lnTo>
                <a:lnTo>
                  <a:pt x="242553" y="76014"/>
                </a:lnTo>
                <a:lnTo>
                  <a:pt x="242553" y="67810"/>
                </a:lnTo>
                <a:close/>
                <a:moveTo>
                  <a:pt x="259686" y="67810"/>
                </a:moveTo>
                <a:lnTo>
                  <a:pt x="259686" y="76014"/>
                </a:lnTo>
                <a:lnTo>
                  <a:pt x="251203" y="76014"/>
                </a:lnTo>
                <a:lnTo>
                  <a:pt x="251203" y="67810"/>
                </a:lnTo>
                <a:close/>
                <a:moveTo>
                  <a:pt x="268337" y="67810"/>
                </a:moveTo>
                <a:lnTo>
                  <a:pt x="268337" y="76014"/>
                </a:lnTo>
                <a:lnTo>
                  <a:pt x="259910" y="76014"/>
                </a:lnTo>
                <a:lnTo>
                  <a:pt x="259910" y="67810"/>
                </a:lnTo>
                <a:close/>
                <a:moveTo>
                  <a:pt x="276988" y="67810"/>
                </a:moveTo>
                <a:lnTo>
                  <a:pt x="276988" y="76014"/>
                </a:lnTo>
                <a:lnTo>
                  <a:pt x="268560" y="76014"/>
                </a:lnTo>
                <a:lnTo>
                  <a:pt x="268560" y="67810"/>
                </a:lnTo>
                <a:close/>
                <a:moveTo>
                  <a:pt x="17190" y="76237"/>
                </a:moveTo>
                <a:lnTo>
                  <a:pt x="17190" y="84497"/>
                </a:lnTo>
                <a:lnTo>
                  <a:pt x="8762" y="84497"/>
                </a:lnTo>
                <a:lnTo>
                  <a:pt x="8762" y="76237"/>
                </a:lnTo>
                <a:close/>
                <a:moveTo>
                  <a:pt x="25840" y="76237"/>
                </a:moveTo>
                <a:lnTo>
                  <a:pt x="25840" y="84497"/>
                </a:lnTo>
                <a:lnTo>
                  <a:pt x="17413" y="84497"/>
                </a:lnTo>
                <a:lnTo>
                  <a:pt x="17413" y="76237"/>
                </a:lnTo>
                <a:close/>
                <a:moveTo>
                  <a:pt x="34547" y="76237"/>
                </a:moveTo>
                <a:lnTo>
                  <a:pt x="34547" y="84497"/>
                </a:lnTo>
                <a:lnTo>
                  <a:pt x="26064" y="84497"/>
                </a:lnTo>
                <a:lnTo>
                  <a:pt x="26064" y="76237"/>
                </a:lnTo>
                <a:close/>
                <a:moveTo>
                  <a:pt x="43197" y="76237"/>
                </a:moveTo>
                <a:lnTo>
                  <a:pt x="43197" y="84497"/>
                </a:lnTo>
                <a:lnTo>
                  <a:pt x="34770" y="84497"/>
                </a:lnTo>
                <a:lnTo>
                  <a:pt x="34770" y="76237"/>
                </a:lnTo>
                <a:close/>
                <a:moveTo>
                  <a:pt x="51848" y="76237"/>
                </a:moveTo>
                <a:lnTo>
                  <a:pt x="51848" y="84497"/>
                </a:lnTo>
                <a:lnTo>
                  <a:pt x="43421" y="84497"/>
                </a:lnTo>
                <a:lnTo>
                  <a:pt x="43421" y="76237"/>
                </a:lnTo>
                <a:close/>
                <a:moveTo>
                  <a:pt x="60499" y="76237"/>
                </a:moveTo>
                <a:lnTo>
                  <a:pt x="60499" y="84497"/>
                </a:lnTo>
                <a:lnTo>
                  <a:pt x="52071" y="84497"/>
                </a:lnTo>
                <a:lnTo>
                  <a:pt x="52071" y="76237"/>
                </a:lnTo>
                <a:close/>
                <a:moveTo>
                  <a:pt x="69149" y="76237"/>
                </a:moveTo>
                <a:lnTo>
                  <a:pt x="69149" y="84497"/>
                </a:lnTo>
                <a:lnTo>
                  <a:pt x="60722" y="84497"/>
                </a:lnTo>
                <a:lnTo>
                  <a:pt x="60722" y="76237"/>
                </a:lnTo>
                <a:close/>
                <a:moveTo>
                  <a:pt x="77800" y="76237"/>
                </a:moveTo>
                <a:lnTo>
                  <a:pt x="77800" y="84497"/>
                </a:lnTo>
                <a:lnTo>
                  <a:pt x="69373" y="84497"/>
                </a:lnTo>
                <a:lnTo>
                  <a:pt x="69373" y="76237"/>
                </a:lnTo>
                <a:close/>
                <a:moveTo>
                  <a:pt x="86506" y="76237"/>
                </a:moveTo>
                <a:lnTo>
                  <a:pt x="86506" y="84497"/>
                </a:lnTo>
                <a:lnTo>
                  <a:pt x="78023" y="84497"/>
                </a:lnTo>
                <a:lnTo>
                  <a:pt x="78023" y="76237"/>
                </a:lnTo>
                <a:close/>
                <a:moveTo>
                  <a:pt x="95157" y="76237"/>
                </a:moveTo>
                <a:lnTo>
                  <a:pt x="95157" y="84497"/>
                </a:lnTo>
                <a:lnTo>
                  <a:pt x="86730" y="84497"/>
                </a:lnTo>
                <a:lnTo>
                  <a:pt x="86730" y="76237"/>
                </a:lnTo>
                <a:close/>
                <a:moveTo>
                  <a:pt x="103808" y="76237"/>
                </a:moveTo>
                <a:lnTo>
                  <a:pt x="103808" y="84497"/>
                </a:lnTo>
                <a:lnTo>
                  <a:pt x="95380" y="84497"/>
                </a:lnTo>
                <a:lnTo>
                  <a:pt x="95380" y="76237"/>
                </a:lnTo>
                <a:close/>
                <a:moveTo>
                  <a:pt x="112458" y="76237"/>
                </a:moveTo>
                <a:lnTo>
                  <a:pt x="112458" y="84497"/>
                </a:lnTo>
                <a:lnTo>
                  <a:pt x="104031" y="84497"/>
                </a:lnTo>
                <a:lnTo>
                  <a:pt x="104031" y="76237"/>
                </a:lnTo>
                <a:close/>
                <a:moveTo>
                  <a:pt x="121109" y="76237"/>
                </a:moveTo>
                <a:lnTo>
                  <a:pt x="121109" y="84497"/>
                </a:lnTo>
                <a:lnTo>
                  <a:pt x="112681" y="84497"/>
                </a:lnTo>
                <a:lnTo>
                  <a:pt x="112681" y="76237"/>
                </a:lnTo>
                <a:close/>
                <a:moveTo>
                  <a:pt x="129760" y="76237"/>
                </a:moveTo>
                <a:lnTo>
                  <a:pt x="129760" y="84497"/>
                </a:lnTo>
                <a:lnTo>
                  <a:pt x="121332" y="84497"/>
                </a:lnTo>
                <a:lnTo>
                  <a:pt x="121332" y="76237"/>
                </a:lnTo>
                <a:close/>
                <a:moveTo>
                  <a:pt x="138410" y="76237"/>
                </a:moveTo>
                <a:lnTo>
                  <a:pt x="138410" y="84497"/>
                </a:lnTo>
                <a:lnTo>
                  <a:pt x="129983" y="84497"/>
                </a:lnTo>
                <a:lnTo>
                  <a:pt x="129983" y="76237"/>
                </a:lnTo>
                <a:close/>
                <a:moveTo>
                  <a:pt x="147117" y="76237"/>
                </a:moveTo>
                <a:lnTo>
                  <a:pt x="147117" y="84497"/>
                </a:lnTo>
                <a:lnTo>
                  <a:pt x="138633" y="84497"/>
                </a:lnTo>
                <a:lnTo>
                  <a:pt x="138633" y="76237"/>
                </a:lnTo>
                <a:close/>
                <a:moveTo>
                  <a:pt x="155767" y="76237"/>
                </a:moveTo>
                <a:lnTo>
                  <a:pt x="155767" y="84497"/>
                </a:lnTo>
                <a:lnTo>
                  <a:pt x="147340" y="84497"/>
                </a:lnTo>
                <a:lnTo>
                  <a:pt x="147340" y="76237"/>
                </a:lnTo>
                <a:close/>
                <a:moveTo>
                  <a:pt x="164418" y="76237"/>
                </a:moveTo>
                <a:lnTo>
                  <a:pt x="164418" y="84497"/>
                </a:lnTo>
                <a:lnTo>
                  <a:pt x="155990" y="84497"/>
                </a:lnTo>
                <a:lnTo>
                  <a:pt x="155990" y="76237"/>
                </a:lnTo>
                <a:close/>
                <a:moveTo>
                  <a:pt x="173069" y="76237"/>
                </a:moveTo>
                <a:lnTo>
                  <a:pt x="173069" y="84497"/>
                </a:lnTo>
                <a:lnTo>
                  <a:pt x="164641" y="84497"/>
                </a:lnTo>
                <a:lnTo>
                  <a:pt x="164641" y="76237"/>
                </a:lnTo>
                <a:close/>
                <a:moveTo>
                  <a:pt x="181719" y="76237"/>
                </a:moveTo>
                <a:lnTo>
                  <a:pt x="181719" y="84497"/>
                </a:lnTo>
                <a:lnTo>
                  <a:pt x="173292" y="84497"/>
                </a:lnTo>
                <a:lnTo>
                  <a:pt x="173292" y="76237"/>
                </a:lnTo>
                <a:close/>
                <a:moveTo>
                  <a:pt x="190370" y="76237"/>
                </a:moveTo>
                <a:lnTo>
                  <a:pt x="190370" y="84497"/>
                </a:lnTo>
                <a:lnTo>
                  <a:pt x="181942" y="84497"/>
                </a:lnTo>
                <a:lnTo>
                  <a:pt x="181942" y="76237"/>
                </a:lnTo>
                <a:close/>
                <a:moveTo>
                  <a:pt x="199020" y="76237"/>
                </a:moveTo>
                <a:lnTo>
                  <a:pt x="199020" y="84497"/>
                </a:lnTo>
                <a:lnTo>
                  <a:pt x="190593" y="84497"/>
                </a:lnTo>
                <a:lnTo>
                  <a:pt x="190593" y="76237"/>
                </a:lnTo>
                <a:close/>
                <a:moveTo>
                  <a:pt x="207727" y="76237"/>
                </a:moveTo>
                <a:lnTo>
                  <a:pt x="207727" y="84497"/>
                </a:lnTo>
                <a:lnTo>
                  <a:pt x="199244" y="84497"/>
                </a:lnTo>
                <a:lnTo>
                  <a:pt x="199244" y="76237"/>
                </a:lnTo>
                <a:close/>
                <a:moveTo>
                  <a:pt x="216377" y="76237"/>
                </a:moveTo>
                <a:lnTo>
                  <a:pt x="216377" y="84497"/>
                </a:lnTo>
                <a:lnTo>
                  <a:pt x="207950" y="84497"/>
                </a:lnTo>
                <a:lnTo>
                  <a:pt x="207950" y="76237"/>
                </a:lnTo>
                <a:close/>
                <a:moveTo>
                  <a:pt x="225028" y="76237"/>
                </a:moveTo>
                <a:lnTo>
                  <a:pt x="225028" y="84497"/>
                </a:lnTo>
                <a:lnTo>
                  <a:pt x="216601" y="84497"/>
                </a:lnTo>
                <a:lnTo>
                  <a:pt x="216601" y="76237"/>
                </a:lnTo>
                <a:close/>
                <a:moveTo>
                  <a:pt x="233679" y="76237"/>
                </a:moveTo>
                <a:lnTo>
                  <a:pt x="233679" y="84497"/>
                </a:lnTo>
                <a:lnTo>
                  <a:pt x="225251" y="84497"/>
                </a:lnTo>
                <a:lnTo>
                  <a:pt x="225251" y="76237"/>
                </a:lnTo>
                <a:close/>
                <a:moveTo>
                  <a:pt x="242329" y="76237"/>
                </a:moveTo>
                <a:lnTo>
                  <a:pt x="242329" y="84497"/>
                </a:lnTo>
                <a:lnTo>
                  <a:pt x="233902" y="84497"/>
                </a:lnTo>
                <a:lnTo>
                  <a:pt x="233902" y="76237"/>
                </a:lnTo>
                <a:close/>
                <a:moveTo>
                  <a:pt x="250980" y="76237"/>
                </a:moveTo>
                <a:lnTo>
                  <a:pt x="250980" y="84497"/>
                </a:lnTo>
                <a:lnTo>
                  <a:pt x="242553" y="84497"/>
                </a:lnTo>
                <a:lnTo>
                  <a:pt x="242553" y="76237"/>
                </a:lnTo>
                <a:close/>
                <a:moveTo>
                  <a:pt x="259686" y="76237"/>
                </a:moveTo>
                <a:lnTo>
                  <a:pt x="259686" y="84497"/>
                </a:lnTo>
                <a:lnTo>
                  <a:pt x="251203" y="84497"/>
                </a:lnTo>
                <a:lnTo>
                  <a:pt x="251203" y="76237"/>
                </a:lnTo>
                <a:close/>
                <a:moveTo>
                  <a:pt x="268337" y="76237"/>
                </a:moveTo>
                <a:lnTo>
                  <a:pt x="268337" y="84497"/>
                </a:lnTo>
                <a:lnTo>
                  <a:pt x="259910" y="84497"/>
                </a:lnTo>
                <a:lnTo>
                  <a:pt x="259910" y="76237"/>
                </a:lnTo>
                <a:close/>
                <a:moveTo>
                  <a:pt x="276988" y="76237"/>
                </a:moveTo>
                <a:lnTo>
                  <a:pt x="276988" y="84497"/>
                </a:lnTo>
                <a:lnTo>
                  <a:pt x="268560" y="84497"/>
                </a:lnTo>
                <a:lnTo>
                  <a:pt x="268560" y="76237"/>
                </a:lnTo>
                <a:close/>
                <a:moveTo>
                  <a:pt x="17190" y="84720"/>
                </a:moveTo>
                <a:lnTo>
                  <a:pt x="17190" y="92924"/>
                </a:lnTo>
                <a:lnTo>
                  <a:pt x="8762" y="92924"/>
                </a:lnTo>
                <a:lnTo>
                  <a:pt x="8762" y="84720"/>
                </a:lnTo>
                <a:close/>
                <a:moveTo>
                  <a:pt x="25840" y="84720"/>
                </a:moveTo>
                <a:lnTo>
                  <a:pt x="25840" y="92924"/>
                </a:lnTo>
                <a:lnTo>
                  <a:pt x="17413" y="92924"/>
                </a:lnTo>
                <a:lnTo>
                  <a:pt x="17413" y="84720"/>
                </a:lnTo>
                <a:close/>
                <a:moveTo>
                  <a:pt x="34547" y="84720"/>
                </a:moveTo>
                <a:lnTo>
                  <a:pt x="34547" y="92924"/>
                </a:lnTo>
                <a:lnTo>
                  <a:pt x="26064" y="92924"/>
                </a:lnTo>
                <a:lnTo>
                  <a:pt x="26064" y="84720"/>
                </a:lnTo>
                <a:close/>
                <a:moveTo>
                  <a:pt x="43197" y="84720"/>
                </a:moveTo>
                <a:lnTo>
                  <a:pt x="43197" y="92924"/>
                </a:lnTo>
                <a:lnTo>
                  <a:pt x="34770" y="92924"/>
                </a:lnTo>
                <a:lnTo>
                  <a:pt x="34770" y="84720"/>
                </a:lnTo>
                <a:close/>
                <a:moveTo>
                  <a:pt x="51848" y="84720"/>
                </a:moveTo>
                <a:lnTo>
                  <a:pt x="51848" y="92924"/>
                </a:lnTo>
                <a:lnTo>
                  <a:pt x="43421" y="92924"/>
                </a:lnTo>
                <a:lnTo>
                  <a:pt x="43421" y="84720"/>
                </a:lnTo>
                <a:close/>
                <a:moveTo>
                  <a:pt x="60499" y="84720"/>
                </a:moveTo>
                <a:lnTo>
                  <a:pt x="60499" y="92924"/>
                </a:lnTo>
                <a:lnTo>
                  <a:pt x="52071" y="92924"/>
                </a:lnTo>
                <a:lnTo>
                  <a:pt x="52071" y="84720"/>
                </a:lnTo>
                <a:close/>
                <a:moveTo>
                  <a:pt x="69149" y="84720"/>
                </a:moveTo>
                <a:lnTo>
                  <a:pt x="69149" y="92924"/>
                </a:lnTo>
                <a:lnTo>
                  <a:pt x="60722" y="92924"/>
                </a:lnTo>
                <a:lnTo>
                  <a:pt x="60722" y="84720"/>
                </a:lnTo>
                <a:close/>
                <a:moveTo>
                  <a:pt x="77800" y="84720"/>
                </a:moveTo>
                <a:lnTo>
                  <a:pt x="77800" y="92924"/>
                </a:lnTo>
                <a:lnTo>
                  <a:pt x="69373" y="92924"/>
                </a:lnTo>
                <a:lnTo>
                  <a:pt x="69373" y="84720"/>
                </a:lnTo>
                <a:close/>
                <a:moveTo>
                  <a:pt x="86506" y="84720"/>
                </a:moveTo>
                <a:lnTo>
                  <a:pt x="86506" y="92924"/>
                </a:lnTo>
                <a:lnTo>
                  <a:pt x="78023" y="92924"/>
                </a:lnTo>
                <a:lnTo>
                  <a:pt x="78023" y="84720"/>
                </a:lnTo>
                <a:close/>
                <a:moveTo>
                  <a:pt x="95157" y="84720"/>
                </a:moveTo>
                <a:lnTo>
                  <a:pt x="95157" y="92924"/>
                </a:lnTo>
                <a:lnTo>
                  <a:pt x="86730" y="92924"/>
                </a:lnTo>
                <a:lnTo>
                  <a:pt x="86730" y="84720"/>
                </a:lnTo>
                <a:close/>
                <a:moveTo>
                  <a:pt x="103808" y="84720"/>
                </a:moveTo>
                <a:lnTo>
                  <a:pt x="103808" y="92924"/>
                </a:lnTo>
                <a:lnTo>
                  <a:pt x="95380" y="92924"/>
                </a:lnTo>
                <a:lnTo>
                  <a:pt x="95380" y="84720"/>
                </a:lnTo>
                <a:close/>
                <a:moveTo>
                  <a:pt x="112458" y="84720"/>
                </a:moveTo>
                <a:lnTo>
                  <a:pt x="112458" y="92924"/>
                </a:lnTo>
                <a:lnTo>
                  <a:pt x="104031" y="92924"/>
                </a:lnTo>
                <a:lnTo>
                  <a:pt x="104031" y="84720"/>
                </a:lnTo>
                <a:close/>
                <a:moveTo>
                  <a:pt x="121109" y="84720"/>
                </a:moveTo>
                <a:lnTo>
                  <a:pt x="121109" y="92924"/>
                </a:lnTo>
                <a:lnTo>
                  <a:pt x="112681" y="92924"/>
                </a:lnTo>
                <a:lnTo>
                  <a:pt x="112681" y="84720"/>
                </a:lnTo>
                <a:close/>
                <a:moveTo>
                  <a:pt x="129760" y="84720"/>
                </a:moveTo>
                <a:lnTo>
                  <a:pt x="129760" y="92924"/>
                </a:lnTo>
                <a:lnTo>
                  <a:pt x="121332" y="92924"/>
                </a:lnTo>
                <a:lnTo>
                  <a:pt x="121332" y="84720"/>
                </a:lnTo>
                <a:close/>
                <a:moveTo>
                  <a:pt x="138410" y="84720"/>
                </a:moveTo>
                <a:lnTo>
                  <a:pt x="138410" y="92924"/>
                </a:lnTo>
                <a:lnTo>
                  <a:pt x="129983" y="92924"/>
                </a:lnTo>
                <a:lnTo>
                  <a:pt x="129983" y="84720"/>
                </a:lnTo>
                <a:close/>
                <a:moveTo>
                  <a:pt x="147117" y="84720"/>
                </a:moveTo>
                <a:lnTo>
                  <a:pt x="147117" y="92924"/>
                </a:lnTo>
                <a:lnTo>
                  <a:pt x="138633" y="92924"/>
                </a:lnTo>
                <a:lnTo>
                  <a:pt x="138633" y="84720"/>
                </a:lnTo>
                <a:close/>
                <a:moveTo>
                  <a:pt x="155767" y="84720"/>
                </a:moveTo>
                <a:lnTo>
                  <a:pt x="155767" y="92924"/>
                </a:lnTo>
                <a:lnTo>
                  <a:pt x="147340" y="92924"/>
                </a:lnTo>
                <a:lnTo>
                  <a:pt x="147340" y="84720"/>
                </a:lnTo>
                <a:close/>
                <a:moveTo>
                  <a:pt x="164418" y="84720"/>
                </a:moveTo>
                <a:lnTo>
                  <a:pt x="164418" y="92924"/>
                </a:lnTo>
                <a:lnTo>
                  <a:pt x="155990" y="92924"/>
                </a:lnTo>
                <a:lnTo>
                  <a:pt x="155990" y="84720"/>
                </a:lnTo>
                <a:close/>
                <a:moveTo>
                  <a:pt x="173069" y="84720"/>
                </a:moveTo>
                <a:lnTo>
                  <a:pt x="173069" y="92924"/>
                </a:lnTo>
                <a:lnTo>
                  <a:pt x="164641" y="92924"/>
                </a:lnTo>
                <a:lnTo>
                  <a:pt x="164641" y="84720"/>
                </a:lnTo>
                <a:close/>
                <a:moveTo>
                  <a:pt x="181719" y="84720"/>
                </a:moveTo>
                <a:lnTo>
                  <a:pt x="181719" y="92924"/>
                </a:lnTo>
                <a:lnTo>
                  <a:pt x="173292" y="92924"/>
                </a:lnTo>
                <a:lnTo>
                  <a:pt x="173292" y="84720"/>
                </a:lnTo>
                <a:close/>
                <a:moveTo>
                  <a:pt x="190370" y="84720"/>
                </a:moveTo>
                <a:lnTo>
                  <a:pt x="190370" y="92924"/>
                </a:lnTo>
                <a:lnTo>
                  <a:pt x="181942" y="92924"/>
                </a:lnTo>
                <a:lnTo>
                  <a:pt x="181942" y="84720"/>
                </a:lnTo>
                <a:close/>
                <a:moveTo>
                  <a:pt x="199020" y="84720"/>
                </a:moveTo>
                <a:lnTo>
                  <a:pt x="199020" y="92924"/>
                </a:lnTo>
                <a:lnTo>
                  <a:pt x="190593" y="92924"/>
                </a:lnTo>
                <a:lnTo>
                  <a:pt x="190593" y="84720"/>
                </a:lnTo>
                <a:close/>
                <a:moveTo>
                  <a:pt x="207727" y="84720"/>
                </a:moveTo>
                <a:lnTo>
                  <a:pt x="207727" y="92924"/>
                </a:lnTo>
                <a:lnTo>
                  <a:pt x="199244" y="92924"/>
                </a:lnTo>
                <a:lnTo>
                  <a:pt x="199244" y="84720"/>
                </a:lnTo>
                <a:close/>
                <a:moveTo>
                  <a:pt x="216377" y="84720"/>
                </a:moveTo>
                <a:lnTo>
                  <a:pt x="216377" y="92924"/>
                </a:lnTo>
                <a:lnTo>
                  <a:pt x="207950" y="92924"/>
                </a:lnTo>
                <a:lnTo>
                  <a:pt x="207950" y="84720"/>
                </a:lnTo>
                <a:close/>
                <a:moveTo>
                  <a:pt x="225028" y="84720"/>
                </a:moveTo>
                <a:lnTo>
                  <a:pt x="225028" y="92924"/>
                </a:lnTo>
                <a:lnTo>
                  <a:pt x="216601" y="92924"/>
                </a:lnTo>
                <a:lnTo>
                  <a:pt x="216601" y="84720"/>
                </a:lnTo>
                <a:close/>
                <a:moveTo>
                  <a:pt x="233679" y="84720"/>
                </a:moveTo>
                <a:lnTo>
                  <a:pt x="233679" y="92924"/>
                </a:lnTo>
                <a:lnTo>
                  <a:pt x="225251" y="92924"/>
                </a:lnTo>
                <a:lnTo>
                  <a:pt x="225251" y="84720"/>
                </a:lnTo>
                <a:close/>
                <a:moveTo>
                  <a:pt x="242329" y="84720"/>
                </a:moveTo>
                <a:lnTo>
                  <a:pt x="242329" y="92924"/>
                </a:lnTo>
                <a:lnTo>
                  <a:pt x="233902" y="92924"/>
                </a:lnTo>
                <a:lnTo>
                  <a:pt x="233902" y="84720"/>
                </a:lnTo>
                <a:close/>
                <a:moveTo>
                  <a:pt x="250980" y="84720"/>
                </a:moveTo>
                <a:lnTo>
                  <a:pt x="250980" y="92924"/>
                </a:lnTo>
                <a:lnTo>
                  <a:pt x="242553" y="92924"/>
                </a:lnTo>
                <a:lnTo>
                  <a:pt x="242553" y="84720"/>
                </a:lnTo>
                <a:close/>
                <a:moveTo>
                  <a:pt x="259686" y="84720"/>
                </a:moveTo>
                <a:lnTo>
                  <a:pt x="259686" y="92924"/>
                </a:lnTo>
                <a:lnTo>
                  <a:pt x="251203" y="92924"/>
                </a:lnTo>
                <a:lnTo>
                  <a:pt x="251203" y="84720"/>
                </a:lnTo>
                <a:close/>
                <a:moveTo>
                  <a:pt x="268337" y="84720"/>
                </a:moveTo>
                <a:lnTo>
                  <a:pt x="268337" y="92924"/>
                </a:lnTo>
                <a:lnTo>
                  <a:pt x="259910" y="92924"/>
                </a:lnTo>
                <a:lnTo>
                  <a:pt x="259910" y="84720"/>
                </a:lnTo>
                <a:close/>
                <a:moveTo>
                  <a:pt x="276988" y="84720"/>
                </a:moveTo>
                <a:lnTo>
                  <a:pt x="276988" y="92924"/>
                </a:lnTo>
                <a:lnTo>
                  <a:pt x="268560" y="92924"/>
                </a:lnTo>
                <a:lnTo>
                  <a:pt x="268560" y="84720"/>
                </a:lnTo>
                <a:close/>
                <a:moveTo>
                  <a:pt x="17190" y="93148"/>
                </a:moveTo>
                <a:lnTo>
                  <a:pt x="17190" y="101408"/>
                </a:lnTo>
                <a:lnTo>
                  <a:pt x="8762" y="101408"/>
                </a:lnTo>
                <a:lnTo>
                  <a:pt x="8762" y="93148"/>
                </a:lnTo>
                <a:close/>
                <a:moveTo>
                  <a:pt x="25840" y="93148"/>
                </a:moveTo>
                <a:lnTo>
                  <a:pt x="25840" y="101408"/>
                </a:lnTo>
                <a:lnTo>
                  <a:pt x="17413" y="101408"/>
                </a:lnTo>
                <a:lnTo>
                  <a:pt x="17413" y="93148"/>
                </a:lnTo>
                <a:close/>
                <a:moveTo>
                  <a:pt x="34547" y="93148"/>
                </a:moveTo>
                <a:lnTo>
                  <a:pt x="34547" y="101408"/>
                </a:lnTo>
                <a:lnTo>
                  <a:pt x="26064" y="101408"/>
                </a:lnTo>
                <a:lnTo>
                  <a:pt x="26064" y="93148"/>
                </a:lnTo>
                <a:close/>
                <a:moveTo>
                  <a:pt x="43197" y="93148"/>
                </a:moveTo>
                <a:lnTo>
                  <a:pt x="43197" y="101408"/>
                </a:lnTo>
                <a:lnTo>
                  <a:pt x="34770" y="101408"/>
                </a:lnTo>
                <a:lnTo>
                  <a:pt x="34770" y="93148"/>
                </a:lnTo>
                <a:close/>
                <a:moveTo>
                  <a:pt x="51848" y="93148"/>
                </a:moveTo>
                <a:lnTo>
                  <a:pt x="51848" y="101408"/>
                </a:lnTo>
                <a:lnTo>
                  <a:pt x="43421" y="101408"/>
                </a:lnTo>
                <a:lnTo>
                  <a:pt x="43421" y="93148"/>
                </a:lnTo>
                <a:close/>
                <a:moveTo>
                  <a:pt x="60499" y="93148"/>
                </a:moveTo>
                <a:lnTo>
                  <a:pt x="60499" y="101408"/>
                </a:lnTo>
                <a:lnTo>
                  <a:pt x="52071" y="101408"/>
                </a:lnTo>
                <a:lnTo>
                  <a:pt x="52071" y="93148"/>
                </a:lnTo>
                <a:close/>
                <a:moveTo>
                  <a:pt x="69149" y="93148"/>
                </a:moveTo>
                <a:lnTo>
                  <a:pt x="69149" y="101408"/>
                </a:lnTo>
                <a:lnTo>
                  <a:pt x="60722" y="101408"/>
                </a:lnTo>
                <a:lnTo>
                  <a:pt x="60722" y="93148"/>
                </a:lnTo>
                <a:close/>
                <a:moveTo>
                  <a:pt x="77800" y="93148"/>
                </a:moveTo>
                <a:lnTo>
                  <a:pt x="77800" y="101408"/>
                </a:lnTo>
                <a:lnTo>
                  <a:pt x="69373" y="101408"/>
                </a:lnTo>
                <a:lnTo>
                  <a:pt x="69373" y="93148"/>
                </a:lnTo>
                <a:close/>
                <a:moveTo>
                  <a:pt x="86506" y="93148"/>
                </a:moveTo>
                <a:lnTo>
                  <a:pt x="86506" y="101408"/>
                </a:lnTo>
                <a:lnTo>
                  <a:pt x="78023" y="101408"/>
                </a:lnTo>
                <a:lnTo>
                  <a:pt x="78023" y="93148"/>
                </a:lnTo>
                <a:close/>
                <a:moveTo>
                  <a:pt x="95157" y="93148"/>
                </a:moveTo>
                <a:lnTo>
                  <a:pt x="95157" y="101408"/>
                </a:lnTo>
                <a:lnTo>
                  <a:pt x="86730" y="101408"/>
                </a:lnTo>
                <a:lnTo>
                  <a:pt x="86730" y="93148"/>
                </a:lnTo>
                <a:close/>
                <a:moveTo>
                  <a:pt x="103808" y="93148"/>
                </a:moveTo>
                <a:lnTo>
                  <a:pt x="103808" y="101408"/>
                </a:lnTo>
                <a:lnTo>
                  <a:pt x="95380" y="101408"/>
                </a:lnTo>
                <a:lnTo>
                  <a:pt x="95380" y="93148"/>
                </a:lnTo>
                <a:close/>
                <a:moveTo>
                  <a:pt x="112458" y="93148"/>
                </a:moveTo>
                <a:lnTo>
                  <a:pt x="112458" y="101408"/>
                </a:lnTo>
                <a:lnTo>
                  <a:pt x="104031" y="101408"/>
                </a:lnTo>
                <a:lnTo>
                  <a:pt x="104031" y="93148"/>
                </a:lnTo>
                <a:close/>
                <a:moveTo>
                  <a:pt x="121109" y="93148"/>
                </a:moveTo>
                <a:lnTo>
                  <a:pt x="121109" y="101408"/>
                </a:lnTo>
                <a:lnTo>
                  <a:pt x="112681" y="101408"/>
                </a:lnTo>
                <a:lnTo>
                  <a:pt x="112681" y="93148"/>
                </a:lnTo>
                <a:close/>
                <a:moveTo>
                  <a:pt x="129760" y="93148"/>
                </a:moveTo>
                <a:lnTo>
                  <a:pt x="129760" y="101408"/>
                </a:lnTo>
                <a:lnTo>
                  <a:pt x="121332" y="101408"/>
                </a:lnTo>
                <a:lnTo>
                  <a:pt x="121332" y="93148"/>
                </a:lnTo>
                <a:close/>
                <a:moveTo>
                  <a:pt x="138410" y="93148"/>
                </a:moveTo>
                <a:lnTo>
                  <a:pt x="138410" y="101408"/>
                </a:lnTo>
                <a:lnTo>
                  <a:pt x="129983" y="101408"/>
                </a:lnTo>
                <a:lnTo>
                  <a:pt x="129983" y="93148"/>
                </a:lnTo>
                <a:close/>
                <a:moveTo>
                  <a:pt x="147117" y="93148"/>
                </a:moveTo>
                <a:lnTo>
                  <a:pt x="147117" y="101408"/>
                </a:lnTo>
                <a:lnTo>
                  <a:pt x="138633" y="101408"/>
                </a:lnTo>
                <a:lnTo>
                  <a:pt x="138633" y="93148"/>
                </a:lnTo>
                <a:close/>
                <a:moveTo>
                  <a:pt x="155767" y="93148"/>
                </a:moveTo>
                <a:lnTo>
                  <a:pt x="155767" y="101408"/>
                </a:lnTo>
                <a:lnTo>
                  <a:pt x="147340" y="101408"/>
                </a:lnTo>
                <a:lnTo>
                  <a:pt x="147340" y="93148"/>
                </a:lnTo>
                <a:close/>
                <a:moveTo>
                  <a:pt x="164418" y="93148"/>
                </a:moveTo>
                <a:lnTo>
                  <a:pt x="164418" y="101408"/>
                </a:lnTo>
                <a:lnTo>
                  <a:pt x="155990" y="101408"/>
                </a:lnTo>
                <a:lnTo>
                  <a:pt x="155990" y="93148"/>
                </a:lnTo>
                <a:close/>
                <a:moveTo>
                  <a:pt x="173069" y="93148"/>
                </a:moveTo>
                <a:lnTo>
                  <a:pt x="173069" y="101408"/>
                </a:lnTo>
                <a:lnTo>
                  <a:pt x="164641" y="101408"/>
                </a:lnTo>
                <a:lnTo>
                  <a:pt x="164641" y="93148"/>
                </a:lnTo>
                <a:close/>
                <a:moveTo>
                  <a:pt x="181719" y="93148"/>
                </a:moveTo>
                <a:lnTo>
                  <a:pt x="181719" y="101408"/>
                </a:lnTo>
                <a:lnTo>
                  <a:pt x="173292" y="101408"/>
                </a:lnTo>
                <a:lnTo>
                  <a:pt x="173292" y="93148"/>
                </a:lnTo>
                <a:close/>
                <a:moveTo>
                  <a:pt x="190370" y="93148"/>
                </a:moveTo>
                <a:lnTo>
                  <a:pt x="190370" y="101408"/>
                </a:lnTo>
                <a:lnTo>
                  <a:pt x="181942" y="101408"/>
                </a:lnTo>
                <a:lnTo>
                  <a:pt x="181942" y="93148"/>
                </a:lnTo>
                <a:close/>
                <a:moveTo>
                  <a:pt x="199020" y="93148"/>
                </a:moveTo>
                <a:lnTo>
                  <a:pt x="199020" y="101408"/>
                </a:lnTo>
                <a:lnTo>
                  <a:pt x="190593" y="101408"/>
                </a:lnTo>
                <a:lnTo>
                  <a:pt x="190593" y="93148"/>
                </a:lnTo>
                <a:close/>
                <a:moveTo>
                  <a:pt x="207727" y="93148"/>
                </a:moveTo>
                <a:lnTo>
                  <a:pt x="207727" y="101408"/>
                </a:lnTo>
                <a:lnTo>
                  <a:pt x="199244" y="101408"/>
                </a:lnTo>
                <a:lnTo>
                  <a:pt x="199244" y="93148"/>
                </a:lnTo>
                <a:close/>
                <a:moveTo>
                  <a:pt x="216377" y="93148"/>
                </a:moveTo>
                <a:lnTo>
                  <a:pt x="216377" y="101408"/>
                </a:lnTo>
                <a:lnTo>
                  <a:pt x="207950" y="101408"/>
                </a:lnTo>
                <a:lnTo>
                  <a:pt x="207950" y="93148"/>
                </a:lnTo>
                <a:close/>
                <a:moveTo>
                  <a:pt x="225028" y="93148"/>
                </a:moveTo>
                <a:lnTo>
                  <a:pt x="225028" y="101408"/>
                </a:lnTo>
                <a:lnTo>
                  <a:pt x="216601" y="101408"/>
                </a:lnTo>
                <a:lnTo>
                  <a:pt x="216601" y="93148"/>
                </a:lnTo>
                <a:close/>
                <a:moveTo>
                  <a:pt x="233679" y="93148"/>
                </a:moveTo>
                <a:lnTo>
                  <a:pt x="233679" y="101408"/>
                </a:lnTo>
                <a:lnTo>
                  <a:pt x="225251" y="101408"/>
                </a:lnTo>
                <a:lnTo>
                  <a:pt x="225251" y="93148"/>
                </a:lnTo>
                <a:close/>
                <a:moveTo>
                  <a:pt x="242329" y="93148"/>
                </a:moveTo>
                <a:lnTo>
                  <a:pt x="242329" y="101408"/>
                </a:lnTo>
                <a:lnTo>
                  <a:pt x="233902" y="101408"/>
                </a:lnTo>
                <a:lnTo>
                  <a:pt x="233902" y="93148"/>
                </a:lnTo>
                <a:close/>
                <a:moveTo>
                  <a:pt x="250980" y="93148"/>
                </a:moveTo>
                <a:lnTo>
                  <a:pt x="250980" y="101408"/>
                </a:lnTo>
                <a:lnTo>
                  <a:pt x="242553" y="101408"/>
                </a:lnTo>
                <a:lnTo>
                  <a:pt x="242553" y="93148"/>
                </a:lnTo>
                <a:close/>
                <a:moveTo>
                  <a:pt x="259686" y="93148"/>
                </a:moveTo>
                <a:lnTo>
                  <a:pt x="259686" y="101408"/>
                </a:lnTo>
                <a:lnTo>
                  <a:pt x="251203" y="101408"/>
                </a:lnTo>
                <a:lnTo>
                  <a:pt x="251203" y="93148"/>
                </a:lnTo>
                <a:close/>
                <a:moveTo>
                  <a:pt x="268337" y="93148"/>
                </a:moveTo>
                <a:lnTo>
                  <a:pt x="268337" y="101408"/>
                </a:lnTo>
                <a:lnTo>
                  <a:pt x="259910" y="101408"/>
                </a:lnTo>
                <a:lnTo>
                  <a:pt x="259910" y="93148"/>
                </a:lnTo>
                <a:close/>
                <a:moveTo>
                  <a:pt x="276988" y="93148"/>
                </a:moveTo>
                <a:lnTo>
                  <a:pt x="276988" y="101408"/>
                </a:lnTo>
                <a:lnTo>
                  <a:pt x="268560" y="101408"/>
                </a:lnTo>
                <a:lnTo>
                  <a:pt x="268560" y="93148"/>
                </a:lnTo>
                <a:close/>
                <a:moveTo>
                  <a:pt x="17190" y="101631"/>
                </a:moveTo>
                <a:lnTo>
                  <a:pt x="17190" y="109891"/>
                </a:lnTo>
                <a:lnTo>
                  <a:pt x="8762" y="109891"/>
                </a:lnTo>
                <a:lnTo>
                  <a:pt x="8762" y="101631"/>
                </a:lnTo>
                <a:close/>
                <a:moveTo>
                  <a:pt x="25840" y="101631"/>
                </a:moveTo>
                <a:lnTo>
                  <a:pt x="25840" y="109891"/>
                </a:lnTo>
                <a:lnTo>
                  <a:pt x="17413" y="109891"/>
                </a:lnTo>
                <a:lnTo>
                  <a:pt x="17413" y="101631"/>
                </a:lnTo>
                <a:close/>
                <a:moveTo>
                  <a:pt x="34547" y="101631"/>
                </a:moveTo>
                <a:lnTo>
                  <a:pt x="34547" y="109891"/>
                </a:lnTo>
                <a:lnTo>
                  <a:pt x="26064" y="109891"/>
                </a:lnTo>
                <a:lnTo>
                  <a:pt x="26064" y="101631"/>
                </a:lnTo>
                <a:close/>
                <a:moveTo>
                  <a:pt x="43197" y="101631"/>
                </a:moveTo>
                <a:lnTo>
                  <a:pt x="43197" y="109891"/>
                </a:lnTo>
                <a:lnTo>
                  <a:pt x="34770" y="109891"/>
                </a:lnTo>
                <a:lnTo>
                  <a:pt x="34770" y="101631"/>
                </a:lnTo>
                <a:close/>
                <a:moveTo>
                  <a:pt x="51848" y="101631"/>
                </a:moveTo>
                <a:lnTo>
                  <a:pt x="51848" y="109891"/>
                </a:lnTo>
                <a:lnTo>
                  <a:pt x="43421" y="109891"/>
                </a:lnTo>
                <a:lnTo>
                  <a:pt x="43421" y="101631"/>
                </a:lnTo>
                <a:close/>
                <a:moveTo>
                  <a:pt x="60499" y="101631"/>
                </a:moveTo>
                <a:lnTo>
                  <a:pt x="60499" y="109891"/>
                </a:lnTo>
                <a:lnTo>
                  <a:pt x="52071" y="109891"/>
                </a:lnTo>
                <a:lnTo>
                  <a:pt x="52071" y="101631"/>
                </a:lnTo>
                <a:close/>
                <a:moveTo>
                  <a:pt x="69149" y="101631"/>
                </a:moveTo>
                <a:lnTo>
                  <a:pt x="69149" y="109891"/>
                </a:lnTo>
                <a:lnTo>
                  <a:pt x="60722" y="109891"/>
                </a:lnTo>
                <a:lnTo>
                  <a:pt x="60722" y="101631"/>
                </a:lnTo>
                <a:close/>
                <a:moveTo>
                  <a:pt x="77800" y="101631"/>
                </a:moveTo>
                <a:lnTo>
                  <a:pt x="77800" y="109891"/>
                </a:lnTo>
                <a:lnTo>
                  <a:pt x="69373" y="109891"/>
                </a:lnTo>
                <a:lnTo>
                  <a:pt x="69373" y="101631"/>
                </a:lnTo>
                <a:close/>
                <a:moveTo>
                  <a:pt x="86506" y="101631"/>
                </a:moveTo>
                <a:lnTo>
                  <a:pt x="86506" y="109891"/>
                </a:lnTo>
                <a:lnTo>
                  <a:pt x="78023" y="109891"/>
                </a:lnTo>
                <a:lnTo>
                  <a:pt x="78023" y="101631"/>
                </a:lnTo>
                <a:close/>
                <a:moveTo>
                  <a:pt x="95157" y="101631"/>
                </a:moveTo>
                <a:lnTo>
                  <a:pt x="95157" y="109891"/>
                </a:lnTo>
                <a:lnTo>
                  <a:pt x="86730" y="109891"/>
                </a:lnTo>
                <a:lnTo>
                  <a:pt x="86730" y="101631"/>
                </a:lnTo>
                <a:close/>
                <a:moveTo>
                  <a:pt x="103808" y="101631"/>
                </a:moveTo>
                <a:lnTo>
                  <a:pt x="103808" y="109891"/>
                </a:lnTo>
                <a:lnTo>
                  <a:pt x="95380" y="109891"/>
                </a:lnTo>
                <a:lnTo>
                  <a:pt x="95380" y="101631"/>
                </a:lnTo>
                <a:close/>
                <a:moveTo>
                  <a:pt x="112458" y="101631"/>
                </a:moveTo>
                <a:lnTo>
                  <a:pt x="112458" y="109891"/>
                </a:lnTo>
                <a:lnTo>
                  <a:pt x="104031" y="109891"/>
                </a:lnTo>
                <a:lnTo>
                  <a:pt x="104031" y="101631"/>
                </a:lnTo>
                <a:close/>
                <a:moveTo>
                  <a:pt x="121109" y="101631"/>
                </a:moveTo>
                <a:lnTo>
                  <a:pt x="121109" y="109891"/>
                </a:lnTo>
                <a:lnTo>
                  <a:pt x="112681" y="109891"/>
                </a:lnTo>
                <a:lnTo>
                  <a:pt x="112681" y="101631"/>
                </a:lnTo>
                <a:close/>
                <a:moveTo>
                  <a:pt x="129760" y="101631"/>
                </a:moveTo>
                <a:lnTo>
                  <a:pt x="129760" y="109891"/>
                </a:lnTo>
                <a:lnTo>
                  <a:pt x="121332" y="109891"/>
                </a:lnTo>
                <a:lnTo>
                  <a:pt x="121332" y="101631"/>
                </a:lnTo>
                <a:close/>
                <a:moveTo>
                  <a:pt x="138410" y="101631"/>
                </a:moveTo>
                <a:lnTo>
                  <a:pt x="138410" y="109891"/>
                </a:lnTo>
                <a:lnTo>
                  <a:pt x="129983" y="109891"/>
                </a:lnTo>
                <a:lnTo>
                  <a:pt x="129983" y="101631"/>
                </a:lnTo>
                <a:close/>
                <a:moveTo>
                  <a:pt x="147117" y="101631"/>
                </a:moveTo>
                <a:lnTo>
                  <a:pt x="147117" y="109891"/>
                </a:lnTo>
                <a:lnTo>
                  <a:pt x="138633" y="109891"/>
                </a:lnTo>
                <a:lnTo>
                  <a:pt x="138633" y="101631"/>
                </a:lnTo>
                <a:close/>
                <a:moveTo>
                  <a:pt x="155767" y="101631"/>
                </a:moveTo>
                <a:lnTo>
                  <a:pt x="155767" y="109891"/>
                </a:lnTo>
                <a:lnTo>
                  <a:pt x="147340" y="109891"/>
                </a:lnTo>
                <a:lnTo>
                  <a:pt x="147340" y="101631"/>
                </a:lnTo>
                <a:close/>
                <a:moveTo>
                  <a:pt x="164418" y="101631"/>
                </a:moveTo>
                <a:lnTo>
                  <a:pt x="164418" y="109891"/>
                </a:lnTo>
                <a:lnTo>
                  <a:pt x="155990" y="109891"/>
                </a:lnTo>
                <a:lnTo>
                  <a:pt x="155990" y="101631"/>
                </a:lnTo>
                <a:close/>
                <a:moveTo>
                  <a:pt x="173069" y="101631"/>
                </a:moveTo>
                <a:lnTo>
                  <a:pt x="173069" y="109891"/>
                </a:lnTo>
                <a:lnTo>
                  <a:pt x="164641" y="109891"/>
                </a:lnTo>
                <a:lnTo>
                  <a:pt x="164641" y="101631"/>
                </a:lnTo>
                <a:close/>
                <a:moveTo>
                  <a:pt x="181719" y="101631"/>
                </a:moveTo>
                <a:lnTo>
                  <a:pt x="181719" y="109891"/>
                </a:lnTo>
                <a:lnTo>
                  <a:pt x="173292" y="109891"/>
                </a:lnTo>
                <a:lnTo>
                  <a:pt x="173292" y="101631"/>
                </a:lnTo>
                <a:close/>
                <a:moveTo>
                  <a:pt x="190370" y="101631"/>
                </a:moveTo>
                <a:lnTo>
                  <a:pt x="190370" y="109891"/>
                </a:lnTo>
                <a:lnTo>
                  <a:pt x="181942" y="109891"/>
                </a:lnTo>
                <a:lnTo>
                  <a:pt x="181942" y="101631"/>
                </a:lnTo>
                <a:close/>
                <a:moveTo>
                  <a:pt x="199020" y="101631"/>
                </a:moveTo>
                <a:lnTo>
                  <a:pt x="199020" y="109891"/>
                </a:lnTo>
                <a:lnTo>
                  <a:pt x="190593" y="109891"/>
                </a:lnTo>
                <a:lnTo>
                  <a:pt x="190593" y="101631"/>
                </a:lnTo>
                <a:close/>
                <a:moveTo>
                  <a:pt x="207727" y="101631"/>
                </a:moveTo>
                <a:lnTo>
                  <a:pt x="207727" y="109891"/>
                </a:lnTo>
                <a:lnTo>
                  <a:pt x="199244" y="109891"/>
                </a:lnTo>
                <a:lnTo>
                  <a:pt x="199244" y="101631"/>
                </a:lnTo>
                <a:close/>
                <a:moveTo>
                  <a:pt x="216377" y="101631"/>
                </a:moveTo>
                <a:lnTo>
                  <a:pt x="216377" y="109891"/>
                </a:lnTo>
                <a:lnTo>
                  <a:pt x="207950" y="109891"/>
                </a:lnTo>
                <a:lnTo>
                  <a:pt x="207950" y="101631"/>
                </a:lnTo>
                <a:close/>
                <a:moveTo>
                  <a:pt x="225028" y="101631"/>
                </a:moveTo>
                <a:lnTo>
                  <a:pt x="225028" y="109891"/>
                </a:lnTo>
                <a:lnTo>
                  <a:pt x="216601" y="109891"/>
                </a:lnTo>
                <a:lnTo>
                  <a:pt x="216601" y="101631"/>
                </a:lnTo>
                <a:close/>
                <a:moveTo>
                  <a:pt x="233679" y="101631"/>
                </a:moveTo>
                <a:lnTo>
                  <a:pt x="233679" y="109891"/>
                </a:lnTo>
                <a:lnTo>
                  <a:pt x="225251" y="109891"/>
                </a:lnTo>
                <a:lnTo>
                  <a:pt x="225251" y="101631"/>
                </a:lnTo>
                <a:close/>
                <a:moveTo>
                  <a:pt x="242329" y="101631"/>
                </a:moveTo>
                <a:lnTo>
                  <a:pt x="242329" y="109891"/>
                </a:lnTo>
                <a:lnTo>
                  <a:pt x="233902" y="109891"/>
                </a:lnTo>
                <a:lnTo>
                  <a:pt x="233902" y="101631"/>
                </a:lnTo>
                <a:close/>
                <a:moveTo>
                  <a:pt x="250980" y="101631"/>
                </a:moveTo>
                <a:lnTo>
                  <a:pt x="250980" y="109891"/>
                </a:lnTo>
                <a:lnTo>
                  <a:pt x="242553" y="109891"/>
                </a:lnTo>
                <a:lnTo>
                  <a:pt x="242553" y="101631"/>
                </a:lnTo>
                <a:close/>
                <a:moveTo>
                  <a:pt x="259686" y="101631"/>
                </a:moveTo>
                <a:lnTo>
                  <a:pt x="259686" y="109891"/>
                </a:lnTo>
                <a:lnTo>
                  <a:pt x="251203" y="109891"/>
                </a:lnTo>
                <a:lnTo>
                  <a:pt x="251203" y="101631"/>
                </a:lnTo>
                <a:close/>
                <a:moveTo>
                  <a:pt x="268337" y="101631"/>
                </a:moveTo>
                <a:lnTo>
                  <a:pt x="268337" y="109891"/>
                </a:lnTo>
                <a:lnTo>
                  <a:pt x="259910" y="109891"/>
                </a:lnTo>
                <a:lnTo>
                  <a:pt x="259910" y="101631"/>
                </a:lnTo>
                <a:close/>
                <a:moveTo>
                  <a:pt x="276988" y="101631"/>
                </a:moveTo>
                <a:lnTo>
                  <a:pt x="276988" y="109891"/>
                </a:lnTo>
                <a:lnTo>
                  <a:pt x="268560" y="109891"/>
                </a:lnTo>
                <a:lnTo>
                  <a:pt x="268560" y="101631"/>
                </a:lnTo>
                <a:close/>
                <a:moveTo>
                  <a:pt x="17190" y="110114"/>
                </a:moveTo>
                <a:lnTo>
                  <a:pt x="17190" y="118318"/>
                </a:lnTo>
                <a:lnTo>
                  <a:pt x="8762" y="118318"/>
                </a:lnTo>
                <a:lnTo>
                  <a:pt x="8762" y="110114"/>
                </a:lnTo>
                <a:close/>
                <a:moveTo>
                  <a:pt x="25840" y="110114"/>
                </a:moveTo>
                <a:lnTo>
                  <a:pt x="25840" y="118318"/>
                </a:lnTo>
                <a:lnTo>
                  <a:pt x="17413" y="118318"/>
                </a:lnTo>
                <a:lnTo>
                  <a:pt x="17413" y="110114"/>
                </a:lnTo>
                <a:close/>
                <a:moveTo>
                  <a:pt x="34547" y="110114"/>
                </a:moveTo>
                <a:lnTo>
                  <a:pt x="34547" y="118318"/>
                </a:lnTo>
                <a:lnTo>
                  <a:pt x="26064" y="118318"/>
                </a:lnTo>
                <a:lnTo>
                  <a:pt x="26064" y="110114"/>
                </a:lnTo>
                <a:close/>
                <a:moveTo>
                  <a:pt x="43197" y="110114"/>
                </a:moveTo>
                <a:lnTo>
                  <a:pt x="43197" y="118318"/>
                </a:lnTo>
                <a:lnTo>
                  <a:pt x="34770" y="118318"/>
                </a:lnTo>
                <a:lnTo>
                  <a:pt x="34770" y="110114"/>
                </a:lnTo>
                <a:close/>
                <a:moveTo>
                  <a:pt x="51848" y="110114"/>
                </a:moveTo>
                <a:lnTo>
                  <a:pt x="51848" y="118318"/>
                </a:lnTo>
                <a:lnTo>
                  <a:pt x="43421" y="118318"/>
                </a:lnTo>
                <a:lnTo>
                  <a:pt x="43421" y="110114"/>
                </a:lnTo>
                <a:close/>
                <a:moveTo>
                  <a:pt x="60499" y="110114"/>
                </a:moveTo>
                <a:lnTo>
                  <a:pt x="60499" y="118318"/>
                </a:lnTo>
                <a:lnTo>
                  <a:pt x="52071" y="118318"/>
                </a:lnTo>
                <a:lnTo>
                  <a:pt x="52071" y="110114"/>
                </a:lnTo>
                <a:close/>
                <a:moveTo>
                  <a:pt x="69149" y="110114"/>
                </a:moveTo>
                <a:lnTo>
                  <a:pt x="69149" y="118318"/>
                </a:lnTo>
                <a:lnTo>
                  <a:pt x="60722" y="118318"/>
                </a:lnTo>
                <a:lnTo>
                  <a:pt x="60722" y="110114"/>
                </a:lnTo>
                <a:close/>
                <a:moveTo>
                  <a:pt x="77800" y="110114"/>
                </a:moveTo>
                <a:lnTo>
                  <a:pt x="77800" y="118318"/>
                </a:lnTo>
                <a:lnTo>
                  <a:pt x="69373" y="118318"/>
                </a:lnTo>
                <a:lnTo>
                  <a:pt x="69373" y="110114"/>
                </a:lnTo>
                <a:close/>
                <a:moveTo>
                  <a:pt x="86506" y="110114"/>
                </a:moveTo>
                <a:lnTo>
                  <a:pt x="86506" y="118318"/>
                </a:lnTo>
                <a:lnTo>
                  <a:pt x="78023" y="118318"/>
                </a:lnTo>
                <a:lnTo>
                  <a:pt x="78023" y="110114"/>
                </a:lnTo>
                <a:close/>
                <a:moveTo>
                  <a:pt x="95157" y="110114"/>
                </a:moveTo>
                <a:lnTo>
                  <a:pt x="95157" y="118318"/>
                </a:lnTo>
                <a:lnTo>
                  <a:pt x="86730" y="118318"/>
                </a:lnTo>
                <a:lnTo>
                  <a:pt x="86730" y="110114"/>
                </a:lnTo>
                <a:close/>
                <a:moveTo>
                  <a:pt x="103808" y="110114"/>
                </a:moveTo>
                <a:lnTo>
                  <a:pt x="103808" y="118318"/>
                </a:lnTo>
                <a:lnTo>
                  <a:pt x="95380" y="118318"/>
                </a:lnTo>
                <a:lnTo>
                  <a:pt x="95380" y="110114"/>
                </a:lnTo>
                <a:close/>
                <a:moveTo>
                  <a:pt x="112458" y="110114"/>
                </a:moveTo>
                <a:lnTo>
                  <a:pt x="112458" y="118318"/>
                </a:lnTo>
                <a:lnTo>
                  <a:pt x="104031" y="118318"/>
                </a:lnTo>
                <a:lnTo>
                  <a:pt x="104031" y="110114"/>
                </a:lnTo>
                <a:close/>
                <a:moveTo>
                  <a:pt x="121109" y="110114"/>
                </a:moveTo>
                <a:lnTo>
                  <a:pt x="121109" y="118318"/>
                </a:lnTo>
                <a:lnTo>
                  <a:pt x="112681" y="118318"/>
                </a:lnTo>
                <a:lnTo>
                  <a:pt x="112681" y="110114"/>
                </a:lnTo>
                <a:close/>
                <a:moveTo>
                  <a:pt x="129760" y="110114"/>
                </a:moveTo>
                <a:lnTo>
                  <a:pt x="129760" y="118318"/>
                </a:lnTo>
                <a:lnTo>
                  <a:pt x="121332" y="118318"/>
                </a:lnTo>
                <a:lnTo>
                  <a:pt x="121332" y="110114"/>
                </a:lnTo>
                <a:close/>
                <a:moveTo>
                  <a:pt x="138410" y="110114"/>
                </a:moveTo>
                <a:lnTo>
                  <a:pt x="138410" y="118318"/>
                </a:lnTo>
                <a:lnTo>
                  <a:pt x="129983" y="118318"/>
                </a:lnTo>
                <a:lnTo>
                  <a:pt x="129983" y="110114"/>
                </a:lnTo>
                <a:close/>
                <a:moveTo>
                  <a:pt x="147117" y="110114"/>
                </a:moveTo>
                <a:lnTo>
                  <a:pt x="147117" y="118318"/>
                </a:lnTo>
                <a:lnTo>
                  <a:pt x="138633" y="118318"/>
                </a:lnTo>
                <a:lnTo>
                  <a:pt x="138633" y="110114"/>
                </a:lnTo>
                <a:close/>
                <a:moveTo>
                  <a:pt x="155767" y="110114"/>
                </a:moveTo>
                <a:lnTo>
                  <a:pt x="155767" y="118318"/>
                </a:lnTo>
                <a:lnTo>
                  <a:pt x="147340" y="118318"/>
                </a:lnTo>
                <a:lnTo>
                  <a:pt x="147340" y="110114"/>
                </a:lnTo>
                <a:close/>
                <a:moveTo>
                  <a:pt x="164418" y="110114"/>
                </a:moveTo>
                <a:lnTo>
                  <a:pt x="164418" y="118318"/>
                </a:lnTo>
                <a:lnTo>
                  <a:pt x="155990" y="118318"/>
                </a:lnTo>
                <a:lnTo>
                  <a:pt x="155990" y="110114"/>
                </a:lnTo>
                <a:close/>
                <a:moveTo>
                  <a:pt x="173069" y="110114"/>
                </a:moveTo>
                <a:lnTo>
                  <a:pt x="173069" y="118318"/>
                </a:lnTo>
                <a:lnTo>
                  <a:pt x="164641" y="118318"/>
                </a:lnTo>
                <a:lnTo>
                  <a:pt x="164641" y="110114"/>
                </a:lnTo>
                <a:close/>
                <a:moveTo>
                  <a:pt x="181719" y="110114"/>
                </a:moveTo>
                <a:lnTo>
                  <a:pt x="181719" y="118318"/>
                </a:lnTo>
                <a:lnTo>
                  <a:pt x="173292" y="118318"/>
                </a:lnTo>
                <a:lnTo>
                  <a:pt x="173292" y="110114"/>
                </a:lnTo>
                <a:close/>
                <a:moveTo>
                  <a:pt x="190370" y="110114"/>
                </a:moveTo>
                <a:lnTo>
                  <a:pt x="190370" y="118318"/>
                </a:lnTo>
                <a:lnTo>
                  <a:pt x="181942" y="118318"/>
                </a:lnTo>
                <a:lnTo>
                  <a:pt x="181942" y="110114"/>
                </a:lnTo>
                <a:close/>
                <a:moveTo>
                  <a:pt x="199020" y="110114"/>
                </a:moveTo>
                <a:lnTo>
                  <a:pt x="199020" y="118318"/>
                </a:lnTo>
                <a:lnTo>
                  <a:pt x="190593" y="118318"/>
                </a:lnTo>
                <a:lnTo>
                  <a:pt x="190593" y="110114"/>
                </a:lnTo>
                <a:close/>
                <a:moveTo>
                  <a:pt x="207727" y="110114"/>
                </a:moveTo>
                <a:lnTo>
                  <a:pt x="207727" y="118318"/>
                </a:lnTo>
                <a:lnTo>
                  <a:pt x="199244" y="118318"/>
                </a:lnTo>
                <a:lnTo>
                  <a:pt x="199244" y="110114"/>
                </a:lnTo>
                <a:close/>
                <a:moveTo>
                  <a:pt x="216377" y="110114"/>
                </a:moveTo>
                <a:lnTo>
                  <a:pt x="216377" y="118318"/>
                </a:lnTo>
                <a:lnTo>
                  <a:pt x="207950" y="118318"/>
                </a:lnTo>
                <a:lnTo>
                  <a:pt x="207950" y="110114"/>
                </a:lnTo>
                <a:close/>
                <a:moveTo>
                  <a:pt x="225028" y="110114"/>
                </a:moveTo>
                <a:lnTo>
                  <a:pt x="225028" y="118318"/>
                </a:lnTo>
                <a:lnTo>
                  <a:pt x="216601" y="118318"/>
                </a:lnTo>
                <a:lnTo>
                  <a:pt x="216601" y="110114"/>
                </a:lnTo>
                <a:close/>
                <a:moveTo>
                  <a:pt x="233679" y="110114"/>
                </a:moveTo>
                <a:lnTo>
                  <a:pt x="233679" y="118318"/>
                </a:lnTo>
                <a:lnTo>
                  <a:pt x="225251" y="118318"/>
                </a:lnTo>
                <a:lnTo>
                  <a:pt x="225251" y="110114"/>
                </a:lnTo>
                <a:close/>
                <a:moveTo>
                  <a:pt x="242329" y="110114"/>
                </a:moveTo>
                <a:lnTo>
                  <a:pt x="242329" y="118318"/>
                </a:lnTo>
                <a:lnTo>
                  <a:pt x="233902" y="118318"/>
                </a:lnTo>
                <a:lnTo>
                  <a:pt x="233902" y="110114"/>
                </a:lnTo>
                <a:close/>
                <a:moveTo>
                  <a:pt x="250980" y="110114"/>
                </a:moveTo>
                <a:lnTo>
                  <a:pt x="250980" y="118318"/>
                </a:lnTo>
                <a:lnTo>
                  <a:pt x="242553" y="118318"/>
                </a:lnTo>
                <a:lnTo>
                  <a:pt x="242553" y="110114"/>
                </a:lnTo>
                <a:close/>
                <a:moveTo>
                  <a:pt x="259686" y="110114"/>
                </a:moveTo>
                <a:lnTo>
                  <a:pt x="259686" y="118318"/>
                </a:lnTo>
                <a:lnTo>
                  <a:pt x="251203" y="118318"/>
                </a:lnTo>
                <a:lnTo>
                  <a:pt x="251203" y="110114"/>
                </a:lnTo>
                <a:close/>
                <a:moveTo>
                  <a:pt x="268337" y="110114"/>
                </a:moveTo>
                <a:lnTo>
                  <a:pt x="268337" y="118318"/>
                </a:lnTo>
                <a:lnTo>
                  <a:pt x="259910" y="118318"/>
                </a:lnTo>
                <a:lnTo>
                  <a:pt x="259910" y="110114"/>
                </a:lnTo>
                <a:close/>
                <a:moveTo>
                  <a:pt x="276988" y="110114"/>
                </a:moveTo>
                <a:lnTo>
                  <a:pt x="276988" y="118318"/>
                </a:lnTo>
                <a:lnTo>
                  <a:pt x="268560" y="118318"/>
                </a:lnTo>
                <a:lnTo>
                  <a:pt x="268560" y="110114"/>
                </a:lnTo>
                <a:close/>
                <a:moveTo>
                  <a:pt x="17190" y="118541"/>
                </a:moveTo>
                <a:lnTo>
                  <a:pt x="17190" y="126801"/>
                </a:lnTo>
                <a:lnTo>
                  <a:pt x="8762" y="126801"/>
                </a:lnTo>
                <a:lnTo>
                  <a:pt x="8762" y="118541"/>
                </a:lnTo>
                <a:close/>
                <a:moveTo>
                  <a:pt x="25840" y="118541"/>
                </a:moveTo>
                <a:lnTo>
                  <a:pt x="25840" y="126801"/>
                </a:lnTo>
                <a:lnTo>
                  <a:pt x="17413" y="126801"/>
                </a:lnTo>
                <a:lnTo>
                  <a:pt x="17413" y="118541"/>
                </a:lnTo>
                <a:close/>
                <a:moveTo>
                  <a:pt x="34547" y="118541"/>
                </a:moveTo>
                <a:lnTo>
                  <a:pt x="34547" y="126801"/>
                </a:lnTo>
                <a:lnTo>
                  <a:pt x="26064" y="126801"/>
                </a:lnTo>
                <a:lnTo>
                  <a:pt x="26064" y="118541"/>
                </a:lnTo>
                <a:close/>
                <a:moveTo>
                  <a:pt x="43197" y="118541"/>
                </a:moveTo>
                <a:lnTo>
                  <a:pt x="43197" y="126801"/>
                </a:lnTo>
                <a:lnTo>
                  <a:pt x="34770" y="126801"/>
                </a:lnTo>
                <a:lnTo>
                  <a:pt x="34770" y="118541"/>
                </a:lnTo>
                <a:close/>
                <a:moveTo>
                  <a:pt x="51848" y="118541"/>
                </a:moveTo>
                <a:lnTo>
                  <a:pt x="51848" y="126801"/>
                </a:lnTo>
                <a:lnTo>
                  <a:pt x="43421" y="126801"/>
                </a:lnTo>
                <a:lnTo>
                  <a:pt x="43421" y="118541"/>
                </a:lnTo>
                <a:close/>
                <a:moveTo>
                  <a:pt x="60499" y="118541"/>
                </a:moveTo>
                <a:lnTo>
                  <a:pt x="60499" y="126801"/>
                </a:lnTo>
                <a:lnTo>
                  <a:pt x="52071" y="126801"/>
                </a:lnTo>
                <a:lnTo>
                  <a:pt x="52071" y="118541"/>
                </a:lnTo>
                <a:close/>
                <a:moveTo>
                  <a:pt x="69149" y="118541"/>
                </a:moveTo>
                <a:lnTo>
                  <a:pt x="69149" y="126801"/>
                </a:lnTo>
                <a:lnTo>
                  <a:pt x="60722" y="126801"/>
                </a:lnTo>
                <a:lnTo>
                  <a:pt x="60722" y="118541"/>
                </a:lnTo>
                <a:close/>
                <a:moveTo>
                  <a:pt x="77800" y="118541"/>
                </a:moveTo>
                <a:lnTo>
                  <a:pt x="77800" y="126801"/>
                </a:lnTo>
                <a:lnTo>
                  <a:pt x="69373" y="126801"/>
                </a:lnTo>
                <a:lnTo>
                  <a:pt x="69373" y="118541"/>
                </a:lnTo>
                <a:close/>
                <a:moveTo>
                  <a:pt x="86506" y="118541"/>
                </a:moveTo>
                <a:lnTo>
                  <a:pt x="86506" y="126801"/>
                </a:lnTo>
                <a:lnTo>
                  <a:pt x="78023" y="126801"/>
                </a:lnTo>
                <a:lnTo>
                  <a:pt x="78023" y="118541"/>
                </a:lnTo>
                <a:close/>
                <a:moveTo>
                  <a:pt x="95157" y="118541"/>
                </a:moveTo>
                <a:lnTo>
                  <a:pt x="95157" y="126801"/>
                </a:lnTo>
                <a:lnTo>
                  <a:pt x="86730" y="126801"/>
                </a:lnTo>
                <a:lnTo>
                  <a:pt x="86730" y="118541"/>
                </a:lnTo>
                <a:close/>
                <a:moveTo>
                  <a:pt x="103808" y="118541"/>
                </a:moveTo>
                <a:lnTo>
                  <a:pt x="103808" y="126801"/>
                </a:lnTo>
                <a:lnTo>
                  <a:pt x="95380" y="126801"/>
                </a:lnTo>
                <a:lnTo>
                  <a:pt x="95380" y="118541"/>
                </a:lnTo>
                <a:close/>
                <a:moveTo>
                  <a:pt x="112458" y="118541"/>
                </a:moveTo>
                <a:lnTo>
                  <a:pt x="112458" y="126801"/>
                </a:lnTo>
                <a:lnTo>
                  <a:pt x="104031" y="126801"/>
                </a:lnTo>
                <a:lnTo>
                  <a:pt x="104031" y="118541"/>
                </a:lnTo>
                <a:close/>
                <a:moveTo>
                  <a:pt x="121109" y="118541"/>
                </a:moveTo>
                <a:lnTo>
                  <a:pt x="121109" y="126801"/>
                </a:lnTo>
                <a:lnTo>
                  <a:pt x="112681" y="126801"/>
                </a:lnTo>
                <a:lnTo>
                  <a:pt x="112681" y="118541"/>
                </a:lnTo>
                <a:close/>
                <a:moveTo>
                  <a:pt x="129760" y="118541"/>
                </a:moveTo>
                <a:lnTo>
                  <a:pt x="129760" y="126801"/>
                </a:lnTo>
                <a:lnTo>
                  <a:pt x="121332" y="126801"/>
                </a:lnTo>
                <a:lnTo>
                  <a:pt x="121332" y="118541"/>
                </a:lnTo>
                <a:close/>
                <a:moveTo>
                  <a:pt x="138410" y="118541"/>
                </a:moveTo>
                <a:lnTo>
                  <a:pt x="138410" y="126801"/>
                </a:lnTo>
                <a:lnTo>
                  <a:pt x="129983" y="126801"/>
                </a:lnTo>
                <a:lnTo>
                  <a:pt x="129983" y="118541"/>
                </a:lnTo>
                <a:close/>
                <a:moveTo>
                  <a:pt x="147117" y="118541"/>
                </a:moveTo>
                <a:lnTo>
                  <a:pt x="147117" y="126801"/>
                </a:lnTo>
                <a:lnTo>
                  <a:pt x="138633" y="126801"/>
                </a:lnTo>
                <a:lnTo>
                  <a:pt x="138633" y="118541"/>
                </a:lnTo>
                <a:close/>
                <a:moveTo>
                  <a:pt x="155767" y="118541"/>
                </a:moveTo>
                <a:lnTo>
                  <a:pt x="155767" y="126801"/>
                </a:lnTo>
                <a:lnTo>
                  <a:pt x="147340" y="126801"/>
                </a:lnTo>
                <a:lnTo>
                  <a:pt x="147340" y="118541"/>
                </a:lnTo>
                <a:close/>
                <a:moveTo>
                  <a:pt x="164418" y="118541"/>
                </a:moveTo>
                <a:lnTo>
                  <a:pt x="164418" y="126801"/>
                </a:lnTo>
                <a:lnTo>
                  <a:pt x="155990" y="126801"/>
                </a:lnTo>
                <a:lnTo>
                  <a:pt x="155990" y="118541"/>
                </a:lnTo>
                <a:close/>
                <a:moveTo>
                  <a:pt x="173069" y="118541"/>
                </a:moveTo>
                <a:lnTo>
                  <a:pt x="173069" y="126801"/>
                </a:lnTo>
                <a:lnTo>
                  <a:pt x="164641" y="126801"/>
                </a:lnTo>
                <a:lnTo>
                  <a:pt x="164641" y="118541"/>
                </a:lnTo>
                <a:close/>
                <a:moveTo>
                  <a:pt x="181719" y="118541"/>
                </a:moveTo>
                <a:lnTo>
                  <a:pt x="181719" y="126801"/>
                </a:lnTo>
                <a:lnTo>
                  <a:pt x="173292" y="126801"/>
                </a:lnTo>
                <a:lnTo>
                  <a:pt x="173292" y="118541"/>
                </a:lnTo>
                <a:close/>
                <a:moveTo>
                  <a:pt x="190370" y="118541"/>
                </a:moveTo>
                <a:lnTo>
                  <a:pt x="190370" y="126801"/>
                </a:lnTo>
                <a:lnTo>
                  <a:pt x="181942" y="126801"/>
                </a:lnTo>
                <a:lnTo>
                  <a:pt x="181942" y="118541"/>
                </a:lnTo>
                <a:close/>
                <a:moveTo>
                  <a:pt x="199020" y="118541"/>
                </a:moveTo>
                <a:lnTo>
                  <a:pt x="199020" y="126801"/>
                </a:lnTo>
                <a:lnTo>
                  <a:pt x="190593" y="126801"/>
                </a:lnTo>
                <a:lnTo>
                  <a:pt x="190593" y="118541"/>
                </a:lnTo>
                <a:close/>
                <a:moveTo>
                  <a:pt x="207727" y="118541"/>
                </a:moveTo>
                <a:lnTo>
                  <a:pt x="207727" y="126801"/>
                </a:lnTo>
                <a:lnTo>
                  <a:pt x="199244" y="126801"/>
                </a:lnTo>
                <a:lnTo>
                  <a:pt x="199244" y="118541"/>
                </a:lnTo>
                <a:close/>
                <a:moveTo>
                  <a:pt x="216377" y="118541"/>
                </a:moveTo>
                <a:lnTo>
                  <a:pt x="216377" y="126801"/>
                </a:lnTo>
                <a:lnTo>
                  <a:pt x="207950" y="126801"/>
                </a:lnTo>
                <a:lnTo>
                  <a:pt x="207950" y="118541"/>
                </a:lnTo>
                <a:close/>
                <a:moveTo>
                  <a:pt x="225028" y="118541"/>
                </a:moveTo>
                <a:lnTo>
                  <a:pt x="225028" y="126801"/>
                </a:lnTo>
                <a:lnTo>
                  <a:pt x="216601" y="126801"/>
                </a:lnTo>
                <a:lnTo>
                  <a:pt x="216601" y="118541"/>
                </a:lnTo>
                <a:close/>
                <a:moveTo>
                  <a:pt x="233679" y="118541"/>
                </a:moveTo>
                <a:lnTo>
                  <a:pt x="233679" y="126801"/>
                </a:lnTo>
                <a:lnTo>
                  <a:pt x="225251" y="126801"/>
                </a:lnTo>
                <a:lnTo>
                  <a:pt x="225251" y="118541"/>
                </a:lnTo>
                <a:close/>
                <a:moveTo>
                  <a:pt x="242329" y="118541"/>
                </a:moveTo>
                <a:lnTo>
                  <a:pt x="242329" y="126801"/>
                </a:lnTo>
                <a:lnTo>
                  <a:pt x="233902" y="126801"/>
                </a:lnTo>
                <a:lnTo>
                  <a:pt x="233902" y="118541"/>
                </a:lnTo>
                <a:close/>
                <a:moveTo>
                  <a:pt x="250980" y="118541"/>
                </a:moveTo>
                <a:lnTo>
                  <a:pt x="250980" y="126801"/>
                </a:lnTo>
                <a:lnTo>
                  <a:pt x="242553" y="126801"/>
                </a:lnTo>
                <a:lnTo>
                  <a:pt x="242553" y="118541"/>
                </a:lnTo>
                <a:close/>
                <a:moveTo>
                  <a:pt x="259686" y="118541"/>
                </a:moveTo>
                <a:lnTo>
                  <a:pt x="259686" y="126801"/>
                </a:lnTo>
                <a:lnTo>
                  <a:pt x="251203" y="126801"/>
                </a:lnTo>
                <a:lnTo>
                  <a:pt x="251203" y="118541"/>
                </a:lnTo>
                <a:close/>
                <a:moveTo>
                  <a:pt x="268337" y="118541"/>
                </a:moveTo>
                <a:lnTo>
                  <a:pt x="268337" y="126801"/>
                </a:lnTo>
                <a:lnTo>
                  <a:pt x="259910" y="126801"/>
                </a:lnTo>
                <a:lnTo>
                  <a:pt x="259910" y="118541"/>
                </a:lnTo>
                <a:close/>
                <a:moveTo>
                  <a:pt x="276988" y="118541"/>
                </a:moveTo>
                <a:lnTo>
                  <a:pt x="276988" y="126801"/>
                </a:lnTo>
                <a:lnTo>
                  <a:pt x="268560" y="126801"/>
                </a:lnTo>
                <a:lnTo>
                  <a:pt x="268560" y="118541"/>
                </a:lnTo>
                <a:close/>
                <a:moveTo>
                  <a:pt x="17190" y="127025"/>
                </a:moveTo>
                <a:lnTo>
                  <a:pt x="17190" y="135229"/>
                </a:lnTo>
                <a:lnTo>
                  <a:pt x="8762" y="135229"/>
                </a:lnTo>
                <a:lnTo>
                  <a:pt x="8762" y="127025"/>
                </a:lnTo>
                <a:close/>
                <a:moveTo>
                  <a:pt x="25840" y="127025"/>
                </a:moveTo>
                <a:lnTo>
                  <a:pt x="25840" y="135229"/>
                </a:lnTo>
                <a:lnTo>
                  <a:pt x="17413" y="135229"/>
                </a:lnTo>
                <a:lnTo>
                  <a:pt x="17413" y="127025"/>
                </a:lnTo>
                <a:close/>
                <a:moveTo>
                  <a:pt x="34547" y="127025"/>
                </a:moveTo>
                <a:lnTo>
                  <a:pt x="34547" y="135229"/>
                </a:lnTo>
                <a:lnTo>
                  <a:pt x="26064" y="135229"/>
                </a:lnTo>
                <a:lnTo>
                  <a:pt x="26064" y="127025"/>
                </a:lnTo>
                <a:close/>
                <a:moveTo>
                  <a:pt x="43197" y="127025"/>
                </a:moveTo>
                <a:lnTo>
                  <a:pt x="43197" y="135229"/>
                </a:lnTo>
                <a:lnTo>
                  <a:pt x="34770" y="135229"/>
                </a:lnTo>
                <a:lnTo>
                  <a:pt x="34770" y="127025"/>
                </a:lnTo>
                <a:close/>
                <a:moveTo>
                  <a:pt x="51848" y="127025"/>
                </a:moveTo>
                <a:lnTo>
                  <a:pt x="51848" y="135229"/>
                </a:lnTo>
                <a:lnTo>
                  <a:pt x="43421" y="135229"/>
                </a:lnTo>
                <a:lnTo>
                  <a:pt x="43421" y="127025"/>
                </a:lnTo>
                <a:close/>
                <a:moveTo>
                  <a:pt x="60499" y="127025"/>
                </a:moveTo>
                <a:lnTo>
                  <a:pt x="60499" y="135229"/>
                </a:lnTo>
                <a:lnTo>
                  <a:pt x="52071" y="135229"/>
                </a:lnTo>
                <a:lnTo>
                  <a:pt x="52071" y="127025"/>
                </a:lnTo>
                <a:close/>
                <a:moveTo>
                  <a:pt x="69149" y="127025"/>
                </a:moveTo>
                <a:lnTo>
                  <a:pt x="69149" y="135229"/>
                </a:lnTo>
                <a:lnTo>
                  <a:pt x="60722" y="135229"/>
                </a:lnTo>
                <a:lnTo>
                  <a:pt x="60722" y="127025"/>
                </a:lnTo>
                <a:close/>
                <a:moveTo>
                  <a:pt x="77800" y="127025"/>
                </a:moveTo>
                <a:lnTo>
                  <a:pt x="77800" y="135229"/>
                </a:lnTo>
                <a:lnTo>
                  <a:pt x="69373" y="135229"/>
                </a:lnTo>
                <a:lnTo>
                  <a:pt x="69373" y="127025"/>
                </a:lnTo>
                <a:close/>
                <a:moveTo>
                  <a:pt x="86506" y="127025"/>
                </a:moveTo>
                <a:lnTo>
                  <a:pt x="86506" y="135229"/>
                </a:lnTo>
                <a:lnTo>
                  <a:pt x="78023" y="135229"/>
                </a:lnTo>
                <a:lnTo>
                  <a:pt x="78023" y="127025"/>
                </a:lnTo>
                <a:close/>
                <a:moveTo>
                  <a:pt x="95157" y="127025"/>
                </a:moveTo>
                <a:lnTo>
                  <a:pt x="95157" y="135229"/>
                </a:lnTo>
                <a:lnTo>
                  <a:pt x="86730" y="135229"/>
                </a:lnTo>
                <a:lnTo>
                  <a:pt x="86730" y="127025"/>
                </a:lnTo>
                <a:close/>
                <a:moveTo>
                  <a:pt x="103808" y="127025"/>
                </a:moveTo>
                <a:lnTo>
                  <a:pt x="103808" y="135229"/>
                </a:lnTo>
                <a:lnTo>
                  <a:pt x="95380" y="135229"/>
                </a:lnTo>
                <a:lnTo>
                  <a:pt x="95380" y="127025"/>
                </a:lnTo>
                <a:close/>
                <a:moveTo>
                  <a:pt x="112458" y="127025"/>
                </a:moveTo>
                <a:lnTo>
                  <a:pt x="112458" y="135229"/>
                </a:lnTo>
                <a:lnTo>
                  <a:pt x="104031" y="135229"/>
                </a:lnTo>
                <a:lnTo>
                  <a:pt x="104031" y="127025"/>
                </a:lnTo>
                <a:close/>
                <a:moveTo>
                  <a:pt x="121109" y="127025"/>
                </a:moveTo>
                <a:lnTo>
                  <a:pt x="121109" y="135229"/>
                </a:lnTo>
                <a:lnTo>
                  <a:pt x="112681" y="135229"/>
                </a:lnTo>
                <a:lnTo>
                  <a:pt x="112681" y="127025"/>
                </a:lnTo>
                <a:close/>
                <a:moveTo>
                  <a:pt x="129760" y="127025"/>
                </a:moveTo>
                <a:lnTo>
                  <a:pt x="129760" y="135229"/>
                </a:lnTo>
                <a:lnTo>
                  <a:pt x="121332" y="135229"/>
                </a:lnTo>
                <a:lnTo>
                  <a:pt x="121332" y="127025"/>
                </a:lnTo>
                <a:close/>
                <a:moveTo>
                  <a:pt x="138410" y="127025"/>
                </a:moveTo>
                <a:lnTo>
                  <a:pt x="138410" y="135229"/>
                </a:lnTo>
                <a:lnTo>
                  <a:pt x="129983" y="135229"/>
                </a:lnTo>
                <a:lnTo>
                  <a:pt x="129983" y="127025"/>
                </a:lnTo>
                <a:close/>
                <a:moveTo>
                  <a:pt x="147117" y="127025"/>
                </a:moveTo>
                <a:lnTo>
                  <a:pt x="147117" y="135229"/>
                </a:lnTo>
                <a:lnTo>
                  <a:pt x="138633" y="135229"/>
                </a:lnTo>
                <a:lnTo>
                  <a:pt x="138633" y="127025"/>
                </a:lnTo>
                <a:close/>
                <a:moveTo>
                  <a:pt x="155767" y="127025"/>
                </a:moveTo>
                <a:lnTo>
                  <a:pt x="155767" y="135229"/>
                </a:lnTo>
                <a:lnTo>
                  <a:pt x="147340" y="135229"/>
                </a:lnTo>
                <a:lnTo>
                  <a:pt x="147340" y="127025"/>
                </a:lnTo>
                <a:close/>
                <a:moveTo>
                  <a:pt x="164418" y="127025"/>
                </a:moveTo>
                <a:lnTo>
                  <a:pt x="164418" y="135229"/>
                </a:lnTo>
                <a:lnTo>
                  <a:pt x="155990" y="135229"/>
                </a:lnTo>
                <a:lnTo>
                  <a:pt x="155990" y="127025"/>
                </a:lnTo>
                <a:close/>
                <a:moveTo>
                  <a:pt x="173069" y="127025"/>
                </a:moveTo>
                <a:lnTo>
                  <a:pt x="173069" y="135229"/>
                </a:lnTo>
                <a:lnTo>
                  <a:pt x="164641" y="135229"/>
                </a:lnTo>
                <a:lnTo>
                  <a:pt x="164641" y="127025"/>
                </a:lnTo>
                <a:close/>
                <a:moveTo>
                  <a:pt x="181719" y="127025"/>
                </a:moveTo>
                <a:lnTo>
                  <a:pt x="181719" y="135229"/>
                </a:lnTo>
                <a:lnTo>
                  <a:pt x="173292" y="135229"/>
                </a:lnTo>
                <a:lnTo>
                  <a:pt x="173292" y="127025"/>
                </a:lnTo>
                <a:close/>
                <a:moveTo>
                  <a:pt x="190370" y="127025"/>
                </a:moveTo>
                <a:lnTo>
                  <a:pt x="190370" y="135229"/>
                </a:lnTo>
                <a:lnTo>
                  <a:pt x="181942" y="135229"/>
                </a:lnTo>
                <a:lnTo>
                  <a:pt x="181942" y="127025"/>
                </a:lnTo>
                <a:close/>
                <a:moveTo>
                  <a:pt x="199020" y="127025"/>
                </a:moveTo>
                <a:lnTo>
                  <a:pt x="199020" y="135229"/>
                </a:lnTo>
                <a:lnTo>
                  <a:pt x="190593" y="135229"/>
                </a:lnTo>
                <a:lnTo>
                  <a:pt x="190593" y="127025"/>
                </a:lnTo>
                <a:close/>
                <a:moveTo>
                  <a:pt x="207727" y="127025"/>
                </a:moveTo>
                <a:lnTo>
                  <a:pt x="207727" y="135229"/>
                </a:lnTo>
                <a:lnTo>
                  <a:pt x="199244" y="135229"/>
                </a:lnTo>
                <a:lnTo>
                  <a:pt x="199244" y="127025"/>
                </a:lnTo>
                <a:close/>
                <a:moveTo>
                  <a:pt x="216377" y="127025"/>
                </a:moveTo>
                <a:lnTo>
                  <a:pt x="216377" y="135229"/>
                </a:lnTo>
                <a:lnTo>
                  <a:pt x="207950" y="135229"/>
                </a:lnTo>
                <a:lnTo>
                  <a:pt x="207950" y="127025"/>
                </a:lnTo>
                <a:close/>
                <a:moveTo>
                  <a:pt x="225028" y="127025"/>
                </a:moveTo>
                <a:lnTo>
                  <a:pt x="225028" y="135229"/>
                </a:lnTo>
                <a:lnTo>
                  <a:pt x="216601" y="135229"/>
                </a:lnTo>
                <a:lnTo>
                  <a:pt x="216601" y="127025"/>
                </a:lnTo>
                <a:close/>
                <a:moveTo>
                  <a:pt x="233679" y="127025"/>
                </a:moveTo>
                <a:lnTo>
                  <a:pt x="233679" y="135229"/>
                </a:lnTo>
                <a:lnTo>
                  <a:pt x="225251" y="135229"/>
                </a:lnTo>
                <a:lnTo>
                  <a:pt x="225251" y="127025"/>
                </a:lnTo>
                <a:close/>
                <a:moveTo>
                  <a:pt x="242329" y="127025"/>
                </a:moveTo>
                <a:lnTo>
                  <a:pt x="242329" y="135229"/>
                </a:lnTo>
                <a:lnTo>
                  <a:pt x="233902" y="135229"/>
                </a:lnTo>
                <a:lnTo>
                  <a:pt x="233902" y="127025"/>
                </a:lnTo>
                <a:close/>
                <a:moveTo>
                  <a:pt x="250980" y="127025"/>
                </a:moveTo>
                <a:lnTo>
                  <a:pt x="250980" y="135229"/>
                </a:lnTo>
                <a:lnTo>
                  <a:pt x="242553" y="135229"/>
                </a:lnTo>
                <a:lnTo>
                  <a:pt x="242553" y="127025"/>
                </a:lnTo>
                <a:close/>
                <a:moveTo>
                  <a:pt x="259686" y="127025"/>
                </a:moveTo>
                <a:lnTo>
                  <a:pt x="259686" y="135229"/>
                </a:lnTo>
                <a:lnTo>
                  <a:pt x="251203" y="135229"/>
                </a:lnTo>
                <a:lnTo>
                  <a:pt x="251203" y="127025"/>
                </a:lnTo>
                <a:close/>
                <a:moveTo>
                  <a:pt x="268337" y="127025"/>
                </a:moveTo>
                <a:lnTo>
                  <a:pt x="268337" y="135229"/>
                </a:lnTo>
                <a:lnTo>
                  <a:pt x="259910" y="135229"/>
                </a:lnTo>
                <a:lnTo>
                  <a:pt x="259910" y="127025"/>
                </a:lnTo>
                <a:close/>
                <a:moveTo>
                  <a:pt x="276988" y="127025"/>
                </a:moveTo>
                <a:lnTo>
                  <a:pt x="276988" y="135229"/>
                </a:lnTo>
                <a:lnTo>
                  <a:pt x="268560" y="135229"/>
                </a:lnTo>
                <a:lnTo>
                  <a:pt x="268560" y="127025"/>
                </a:lnTo>
                <a:close/>
                <a:moveTo>
                  <a:pt x="17190" y="135452"/>
                </a:moveTo>
                <a:lnTo>
                  <a:pt x="17190" y="143712"/>
                </a:lnTo>
                <a:lnTo>
                  <a:pt x="8762" y="143712"/>
                </a:lnTo>
                <a:lnTo>
                  <a:pt x="8762" y="135452"/>
                </a:lnTo>
                <a:close/>
                <a:moveTo>
                  <a:pt x="25840" y="135452"/>
                </a:moveTo>
                <a:lnTo>
                  <a:pt x="25840" y="143712"/>
                </a:lnTo>
                <a:lnTo>
                  <a:pt x="17413" y="143712"/>
                </a:lnTo>
                <a:lnTo>
                  <a:pt x="17413" y="135452"/>
                </a:lnTo>
                <a:close/>
                <a:moveTo>
                  <a:pt x="34547" y="135452"/>
                </a:moveTo>
                <a:lnTo>
                  <a:pt x="34547" y="143712"/>
                </a:lnTo>
                <a:lnTo>
                  <a:pt x="26064" y="143712"/>
                </a:lnTo>
                <a:lnTo>
                  <a:pt x="26064" y="135452"/>
                </a:lnTo>
                <a:close/>
                <a:moveTo>
                  <a:pt x="43197" y="135452"/>
                </a:moveTo>
                <a:lnTo>
                  <a:pt x="43197" y="143712"/>
                </a:lnTo>
                <a:lnTo>
                  <a:pt x="34770" y="143712"/>
                </a:lnTo>
                <a:lnTo>
                  <a:pt x="34770" y="135452"/>
                </a:lnTo>
                <a:close/>
                <a:moveTo>
                  <a:pt x="51848" y="135452"/>
                </a:moveTo>
                <a:lnTo>
                  <a:pt x="51848" y="143712"/>
                </a:lnTo>
                <a:lnTo>
                  <a:pt x="43421" y="143712"/>
                </a:lnTo>
                <a:lnTo>
                  <a:pt x="43421" y="135452"/>
                </a:lnTo>
                <a:close/>
                <a:moveTo>
                  <a:pt x="60499" y="135452"/>
                </a:moveTo>
                <a:lnTo>
                  <a:pt x="60499" y="143712"/>
                </a:lnTo>
                <a:lnTo>
                  <a:pt x="52071" y="143712"/>
                </a:lnTo>
                <a:lnTo>
                  <a:pt x="52071" y="135452"/>
                </a:lnTo>
                <a:close/>
                <a:moveTo>
                  <a:pt x="69149" y="135452"/>
                </a:moveTo>
                <a:lnTo>
                  <a:pt x="69149" y="143712"/>
                </a:lnTo>
                <a:lnTo>
                  <a:pt x="60722" y="143712"/>
                </a:lnTo>
                <a:lnTo>
                  <a:pt x="60722" y="135452"/>
                </a:lnTo>
                <a:close/>
                <a:moveTo>
                  <a:pt x="77800" y="135452"/>
                </a:moveTo>
                <a:lnTo>
                  <a:pt x="77800" y="143712"/>
                </a:lnTo>
                <a:lnTo>
                  <a:pt x="69373" y="143712"/>
                </a:lnTo>
                <a:lnTo>
                  <a:pt x="69373" y="135452"/>
                </a:lnTo>
                <a:close/>
                <a:moveTo>
                  <a:pt x="86506" y="135452"/>
                </a:moveTo>
                <a:lnTo>
                  <a:pt x="86506" y="143712"/>
                </a:lnTo>
                <a:lnTo>
                  <a:pt x="78023" y="143712"/>
                </a:lnTo>
                <a:lnTo>
                  <a:pt x="78023" y="135452"/>
                </a:lnTo>
                <a:close/>
                <a:moveTo>
                  <a:pt x="95157" y="135452"/>
                </a:moveTo>
                <a:lnTo>
                  <a:pt x="95157" y="143712"/>
                </a:lnTo>
                <a:lnTo>
                  <a:pt x="86730" y="143712"/>
                </a:lnTo>
                <a:lnTo>
                  <a:pt x="86730" y="135452"/>
                </a:lnTo>
                <a:close/>
                <a:moveTo>
                  <a:pt x="103808" y="135452"/>
                </a:moveTo>
                <a:lnTo>
                  <a:pt x="103808" y="143712"/>
                </a:lnTo>
                <a:lnTo>
                  <a:pt x="95380" y="143712"/>
                </a:lnTo>
                <a:lnTo>
                  <a:pt x="95380" y="135452"/>
                </a:lnTo>
                <a:close/>
                <a:moveTo>
                  <a:pt x="112458" y="135452"/>
                </a:moveTo>
                <a:lnTo>
                  <a:pt x="112458" y="143712"/>
                </a:lnTo>
                <a:lnTo>
                  <a:pt x="104031" y="143712"/>
                </a:lnTo>
                <a:lnTo>
                  <a:pt x="104031" y="135452"/>
                </a:lnTo>
                <a:close/>
                <a:moveTo>
                  <a:pt x="121109" y="135452"/>
                </a:moveTo>
                <a:lnTo>
                  <a:pt x="121109" y="143712"/>
                </a:lnTo>
                <a:lnTo>
                  <a:pt x="112681" y="143712"/>
                </a:lnTo>
                <a:lnTo>
                  <a:pt x="112681" y="135452"/>
                </a:lnTo>
                <a:close/>
                <a:moveTo>
                  <a:pt x="129760" y="135452"/>
                </a:moveTo>
                <a:lnTo>
                  <a:pt x="129760" y="143712"/>
                </a:lnTo>
                <a:lnTo>
                  <a:pt x="121332" y="143712"/>
                </a:lnTo>
                <a:lnTo>
                  <a:pt x="121332" y="135452"/>
                </a:lnTo>
                <a:close/>
                <a:moveTo>
                  <a:pt x="138410" y="135452"/>
                </a:moveTo>
                <a:lnTo>
                  <a:pt x="138410" y="143712"/>
                </a:lnTo>
                <a:lnTo>
                  <a:pt x="129983" y="143712"/>
                </a:lnTo>
                <a:lnTo>
                  <a:pt x="129983" y="135452"/>
                </a:lnTo>
                <a:close/>
                <a:moveTo>
                  <a:pt x="147117" y="135452"/>
                </a:moveTo>
                <a:lnTo>
                  <a:pt x="147117" y="143712"/>
                </a:lnTo>
                <a:lnTo>
                  <a:pt x="138633" y="143712"/>
                </a:lnTo>
                <a:lnTo>
                  <a:pt x="138633" y="135452"/>
                </a:lnTo>
                <a:close/>
                <a:moveTo>
                  <a:pt x="155767" y="135452"/>
                </a:moveTo>
                <a:lnTo>
                  <a:pt x="155767" y="143712"/>
                </a:lnTo>
                <a:lnTo>
                  <a:pt x="147340" y="143712"/>
                </a:lnTo>
                <a:lnTo>
                  <a:pt x="147340" y="135452"/>
                </a:lnTo>
                <a:close/>
                <a:moveTo>
                  <a:pt x="164418" y="135452"/>
                </a:moveTo>
                <a:lnTo>
                  <a:pt x="164418" y="143712"/>
                </a:lnTo>
                <a:lnTo>
                  <a:pt x="155990" y="143712"/>
                </a:lnTo>
                <a:lnTo>
                  <a:pt x="155990" y="135452"/>
                </a:lnTo>
                <a:close/>
                <a:moveTo>
                  <a:pt x="173069" y="135452"/>
                </a:moveTo>
                <a:lnTo>
                  <a:pt x="173069" y="143712"/>
                </a:lnTo>
                <a:lnTo>
                  <a:pt x="164641" y="143712"/>
                </a:lnTo>
                <a:lnTo>
                  <a:pt x="164641" y="135452"/>
                </a:lnTo>
                <a:close/>
                <a:moveTo>
                  <a:pt x="181719" y="135452"/>
                </a:moveTo>
                <a:lnTo>
                  <a:pt x="181719" y="143712"/>
                </a:lnTo>
                <a:lnTo>
                  <a:pt x="173292" y="143712"/>
                </a:lnTo>
                <a:lnTo>
                  <a:pt x="173292" y="135452"/>
                </a:lnTo>
                <a:close/>
                <a:moveTo>
                  <a:pt x="190370" y="135452"/>
                </a:moveTo>
                <a:lnTo>
                  <a:pt x="190370" y="143712"/>
                </a:lnTo>
                <a:lnTo>
                  <a:pt x="181942" y="143712"/>
                </a:lnTo>
                <a:lnTo>
                  <a:pt x="181942" y="135452"/>
                </a:lnTo>
                <a:close/>
                <a:moveTo>
                  <a:pt x="199020" y="135452"/>
                </a:moveTo>
                <a:lnTo>
                  <a:pt x="199020" y="143712"/>
                </a:lnTo>
                <a:lnTo>
                  <a:pt x="190593" y="143712"/>
                </a:lnTo>
                <a:lnTo>
                  <a:pt x="190593" y="135452"/>
                </a:lnTo>
                <a:close/>
                <a:moveTo>
                  <a:pt x="207727" y="135452"/>
                </a:moveTo>
                <a:lnTo>
                  <a:pt x="207727" y="143712"/>
                </a:lnTo>
                <a:lnTo>
                  <a:pt x="199244" y="143712"/>
                </a:lnTo>
                <a:lnTo>
                  <a:pt x="199244" y="135452"/>
                </a:lnTo>
                <a:close/>
                <a:moveTo>
                  <a:pt x="216377" y="135452"/>
                </a:moveTo>
                <a:lnTo>
                  <a:pt x="216377" y="143712"/>
                </a:lnTo>
                <a:lnTo>
                  <a:pt x="207950" y="143712"/>
                </a:lnTo>
                <a:lnTo>
                  <a:pt x="207950" y="135452"/>
                </a:lnTo>
                <a:close/>
                <a:moveTo>
                  <a:pt x="225028" y="135452"/>
                </a:moveTo>
                <a:lnTo>
                  <a:pt x="225028" y="143712"/>
                </a:lnTo>
                <a:lnTo>
                  <a:pt x="216601" y="143712"/>
                </a:lnTo>
                <a:lnTo>
                  <a:pt x="216601" y="135452"/>
                </a:lnTo>
                <a:close/>
                <a:moveTo>
                  <a:pt x="233679" y="135452"/>
                </a:moveTo>
                <a:lnTo>
                  <a:pt x="233679" y="143712"/>
                </a:lnTo>
                <a:lnTo>
                  <a:pt x="225251" y="143712"/>
                </a:lnTo>
                <a:lnTo>
                  <a:pt x="225251" y="135452"/>
                </a:lnTo>
                <a:close/>
                <a:moveTo>
                  <a:pt x="242329" y="135452"/>
                </a:moveTo>
                <a:lnTo>
                  <a:pt x="242329" y="143712"/>
                </a:lnTo>
                <a:lnTo>
                  <a:pt x="233902" y="143712"/>
                </a:lnTo>
                <a:lnTo>
                  <a:pt x="233902" y="135452"/>
                </a:lnTo>
                <a:close/>
                <a:moveTo>
                  <a:pt x="250980" y="135452"/>
                </a:moveTo>
                <a:lnTo>
                  <a:pt x="250980" y="143712"/>
                </a:lnTo>
                <a:lnTo>
                  <a:pt x="242553" y="143712"/>
                </a:lnTo>
                <a:lnTo>
                  <a:pt x="242553" y="135452"/>
                </a:lnTo>
                <a:close/>
                <a:moveTo>
                  <a:pt x="259686" y="135452"/>
                </a:moveTo>
                <a:lnTo>
                  <a:pt x="259686" y="143712"/>
                </a:lnTo>
                <a:lnTo>
                  <a:pt x="251203" y="143712"/>
                </a:lnTo>
                <a:lnTo>
                  <a:pt x="251203" y="135452"/>
                </a:lnTo>
                <a:close/>
                <a:moveTo>
                  <a:pt x="268337" y="135452"/>
                </a:moveTo>
                <a:lnTo>
                  <a:pt x="268337" y="143712"/>
                </a:lnTo>
                <a:lnTo>
                  <a:pt x="259910" y="143712"/>
                </a:lnTo>
                <a:lnTo>
                  <a:pt x="259910" y="135452"/>
                </a:lnTo>
                <a:close/>
                <a:moveTo>
                  <a:pt x="276988" y="135452"/>
                </a:moveTo>
                <a:lnTo>
                  <a:pt x="276988" y="143712"/>
                </a:lnTo>
                <a:lnTo>
                  <a:pt x="268560" y="143712"/>
                </a:lnTo>
                <a:lnTo>
                  <a:pt x="268560" y="135452"/>
                </a:lnTo>
                <a:close/>
                <a:moveTo>
                  <a:pt x="17190" y="143935"/>
                </a:moveTo>
                <a:lnTo>
                  <a:pt x="17190" y="152139"/>
                </a:lnTo>
                <a:lnTo>
                  <a:pt x="8762" y="152139"/>
                </a:lnTo>
                <a:lnTo>
                  <a:pt x="8762" y="143935"/>
                </a:lnTo>
                <a:close/>
                <a:moveTo>
                  <a:pt x="25840" y="143935"/>
                </a:moveTo>
                <a:lnTo>
                  <a:pt x="25840" y="152139"/>
                </a:lnTo>
                <a:lnTo>
                  <a:pt x="17413" y="152139"/>
                </a:lnTo>
                <a:lnTo>
                  <a:pt x="17413" y="143935"/>
                </a:lnTo>
                <a:close/>
                <a:moveTo>
                  <a:pt x="34547" y="143935"/>
                </a:moveTo>
                <a:lnTo>
                  <a:pt x="34547" y="152139"/>
                </a:lnTo>
                <a:lnTo>
                  <a:pt x="26064" y="152139"/>
                </a:lnTo>
                <a:lnTo>
                  <a:pt x="26064" y="143935"/>
                </a:lnTo>
                <a:close/>
                <a:moveTo>
                  <a:pt x="43197" y="143935"/>
                </a:moveTo>
                <a:lnTo>
                  <a:pt x="43197" y="152139"/>
                </a:lnTo>
                <a:lnTo>
                  <a:pt x="34770" y="152139"/>
                </a:lnTo>
                <a:lnTo>
                  <a:pt x="34770" y="143935"/>
                </a:lnTo>
                <a:close/>
                <a:moveTo>
                  <a:pt x="51848" y="143935"/>
                </a:moveTo>
                <a:lnTo>
                  <a:pt x="51848" y="152139"/>
                </a:lnTo>
                <a:lnTo>
                  <a:pt x="43421" y="152139"/>
                </a:lnTo>
                <a:lnTo>
                  <a:pt x="43421" y="143935"/>
                </a:lnTo>
                <a:close/>
                <a:moveTo>
                  <a:pt x="60499" y="143935"/>
                </a:moveTo>
                <a:lnTo>
                  <a:pt x="60499" y="152139"/>
                </a:lnTo>
                <a:lnTo>
                  <a:pt x="52071" y="152139"/>
                </a:lnTo>
                <a:lnTo>
                  <a:pt x="52071" y="143935"/>
                </a:lnTo>
                <a:close/>
                <a:moveTo>
                  <a:pt x="69149" y="143935"/>
                </a:moveTo>
                <a:lnTo>
                  <a:pt x="69149" y="152139"/>
                </a:lnTo>
                <a:lnTo>
                  <a:pt x="60722" y="152139"/>
                </a:lnTo>
                <a:lnTo>
                  <a:pt x="60722" y="143935"/>
                </a:lnTo>
                <a:close/>
                <a:moveTo>
                  <a:pt x="77800" y="143935"/>
                </a:moveTo>
                <a:lnTo>
                  <a:pt x="77800" y="152139"/>
                </a:lnTo>
                <a:lnTo>
                  <a:pt x="69373" y="152139"/>
                </a:lnTo>
                <a:lnTo>
                  <a:pt x="69373" y="143935"/>
                </a:lnTo>
                <a:close/>
                <a:moveTo>
                  <a:pt x="86506" y="143935"/>
                </a:moveTo>
                <a:lnTo>
                  <a:pt x="86506" y="152139"/>
                </a:lnTo>
                <a:lnTo>
                  <a:pt x="78023" y="152139"/>
                </a:lnTo>
                <a:lnTo>
                  <a:pt x="78023" y="143935"/>
                </a:lnTo>
                <a:close/>
                <a:moveTo>
                  <a:pt x="95157" y="143935"/>
                </a:moveTo>
                <a:lnTo>
                  <a:pt x="95157" y="152139"/>
                </a:lnTo>
                <a:lnTo>
                  <a:pt x="86730" y="152139"/>
                </a:lnTo>
                <a:lnTo>
                  <a:pt x="86730" y="143935"/>
                </a:lnTo>
                <a:close/>
                <a:moveTo>
                  <a:pt x="103808" y="143935"/>
                </a:moveTo>
                <a:lnTo>
                  <a:pt x="103808" y="152139"/>
                </a:lnTo>
                <a:lnTo>
                  <a:pt x="95380" y="152139"/>
                </a:lnTo>
                <a:lnTo>
                  <a:pt x="95380" y="143935"/>
                </a:lnTo>
                <a:close/>
                <a:moveTo>
                  <a:pt x="112458" y="143935"/>
                </a:moveTo>
                <a:lnTo>
                  <a:pt x="112458" y="152139"/>
                </a:lnTo>
                <a:lnTo>
                  <a:pt x="104031" y="152139"/>
                </a:lnTo>
                <a:lnTo>
                  <a:pt x="104031" y="143935"/>
                </a:lnTo>
                <a:close/>
                <a:moveTo>
                  <a:pt x="121109" y="143935"/>
                </a:moveTo>
                <a:lnTo>
                  <a:pt x="121109" y="152139"/>
                </a:lnTo>
                <a:lnTo>
                  <a:pt x="112681" y="152139"/>
                </a:lnTo>
                <a:lnTo>
                  <a:pt x="112681" y="143935"/>
                </a:lnTo>
                <a:close/>
                <a:moveTo>
                  <a:pt x="129760" y="143935"/>
                </a:moveTo>
                <a:lnTo>
                  <a:pt x="129760" y="152139"/>
                </a:lnTo>
                <a:lnTo>
                  <a:pt x="121332" y="152139"/>
                </a:lnTo>
                <a:lnTo>
                  <a:pt x="121332" y="143935"/>
                </a:lnTo>
                <a:close/>
                <a:moveTo>
                  <a:pt x="138410" y="143935"/>
                </a:moveTo>
                <a:lnTo>
                  <a:pt x="138410" y="152139"/>
                </a:lnTo>
                <a:lnTo>
                  <a:pt x="129983" y="152139"/>
                </a:lnTo>
                <a:lnTo>
                  <a:pt x="129983" y="143935"/>
                </a:lnTo>
                <a:close/>
                <a:moveTo>
                  <a:pt x="147117" y="143935"/>
                </a:moveTo>
                <a:lnTo>
                  <a:pt x="147117" y="152139"/>
                </a:lnTo>
                <a:lnTo>
                  <a:pt x="138633" y="152139"/>
                </a:lnTo>
                <a:lnTo>
                  <a:pt x="138633" y="143935"/>
                </a:lnTo>
                <a:close/>
                <a:moveTo>
                  <a:pt x="155767" y="143935"/>
                </a:moveTo>
                <a:lnTo>
                  <a:pt x="155767" y="152139"/>
                </a:lnTo>
                <a:lnTo>
                  <a:pt x="147340" y="152139"/>
                </a:lnTo>
                <a:lnTo>
                  <a:pt x="147340" y="143935"/>
                </a:lnTo>
                <a:close/>
                <a:moveTo>
                  <a:pt x="164418" y="143935"/>
                </a:moveTo>
                <a:lnTo>
                  <a:pt x="164418" y="152139"/>
                </a:lnTo>
                <a:lnTo>
                  <a:pt x="155990" y="152139"/>
                </a:lnTo>
                <a:lnTo>
                  <a:pt x="155990" y="143935"/>
                </a:lnTo>
                <a:close/>
                <a:moveTo>
                  <a:pt x="173069" y="143935"/>
                </a:moveTo>
                <a:lnTo>
                  <a:pt x="173069" y="152139"/>
                </a:lnTo>
                <a:lnTo>
                  <a:pt x="164641" y="152139"/>
                </a:lnTo>
                <a:lnTo>
                  <a:pt x="164641" y="143935"/>
                </a:lnTo>
                <a:close/>
                <a:moveTo>
                  <a:pt x="181719" y="143935"/>
                </a:moveTo>
                <a:lnTo>
                  <a:pt x="181719" y="152139"/>
                </a:lnTo>
                <a:lnTo>
                  <a:pt x="173292" y="152139"/>
                </a:lnTo>
                <a:lnTo>
                  <a:pt x="173292" y="143935"/>
                </a:lnTo>
                <a:close/>
                <a:moveTo>
                  <a:pt x="190370" y="143935"/>
                </a:moveTo>
                <a:lnTo>
                  <a:pt x="190370" y="152139"/>
                </a:lnTo>
                <a:lnTo>
                  <a:pt x="181942" y="152139"/>
                </a:lnTo>
                <a:lnTo>
                  <a:pt x="181942" y="143935"/>
                </a:lnTo>
                <a:close/>
                <a:moveTo>
                  <a:pt x="199020" y="143935"/>
                </a:moveTo>
                <a:lnTo>
                  <a:pt x="199020" y="152139"/>
                </a:lnTo>
                <a:lnTo>
                  <a:pt x="190593" y="152139"/>
                </a:lnTo>
                <a:lnTo>
                  <a:pt x="190593" y="143935"/>
                </a:lnTo>
                <a:close/>
                <a:moveTo>
                  <a:pt x="207727" y="143935"/>
                </a:moveTo>
                <a:lnTo>
                  <a:pt x="207727" y="152139"/>
                </a:lnTo>
                <a:lnTo>
                  <a:pt x="199244" y="152139"/>
                </a:lnTo>
                <a:lnTo>
                  <a:pt x="199244" y="143935"/>
                </a:lnTo>
                <a:close/>
                <a:moveTo>
                  <a:pt x="216377" y="143935"/>
                </a:moveTo>
                <a:lnTo>
                  <a:pt x="216377" y="152139"/>
                </a:lnTo>
                <a:lnTo>
                  <a:pt x="207950" y="152139"/>
                </a:lnTo>
                <a:lnTo>
                  <a:pt x="207950" y="143935"/>
                </a:lnTo>
                <a:close/>
                <a:moveTo>
                  <a:pt x="225028" y="143935"/>
                </a:moveTo>
                <a:lnTo>
                  <a:pt x="225028" y="152139"/>
                </a:lnTo>
                <a:lnTo>
                  <a:pt x="216601" y="152139"/>
                </a:lnTo>
                <a:lnTo>
                  <a:pt x="216601" y="143935"/>
                </a:lnTo>
                <a:close/>
                <a:moveTo>
                  <a:pt x="233679" y="143935"/>
                </a:moveTo>
                <a:lnTo>
                  <a:pt x="233679" y="152139"/>
                </a:lnTo>
                <a:lnTo>
                  <a:pt x="225251" y="152139"/>
                </a:lnTo>
                <a:lnTo>
                  <a:pt x="225251" y="143935"/>
                </a:lnTo>
                <a:close/>
                <a:moveTo>
                  <a:pt x="242329" y="143935"/>
                </a:moveTo>
                <a:lnTo>
                  <a:pt x="242329" y="152139"/>
                </a:lnTo>
                <a:lnTo>
                  <a:pt x="233902" y="152139"/>
                </a:lnTo>
                <a:lnTo>
                  <a:pt x="233902" y="143935"/>
                </a:lnTo>
                <a:close/>
                <a:moveTo>
                  <a:pt x="250980" y="143935"/>
                </a:moveTo>
                <a:lnTo>
                  <a:pt x="250980" y="152139"/>
                </a:lnTo>
                <a:lnTo>
                  <a:pt x="242553" y="152139"/>
                </a:lnTo>
                <a:lnTo>
                  <a:pt x="242553" y="143935"/>
                </a:lnTo>
                <a:close/>
                <a:moveTo>
                  <a:pt x="259686" y="143935"/>
                </a:moveTo>
                <a:lnTo>
                  <a:pt x="259686" y="152139"/>
                </a:lnTo>
                <a:lnTo>
                  <a:pt x="251203" y="152139"/>
                </a:lnTo>
                <a:lnTo>
                  <a:pt x="251203" y="143935"/>
                </a:lnTo>
                <a:close/>
                <a:moveTo>
                  <a:pt x="268337" y="143935"/>
                </a:moveTo>
                <a:lnTo>
                  <a:pt x="268337" y="152139"/>
                </a:lnTo>
                <a:lnTo>
                  <a:pt x="259910" y="152139"/>
                </a:lnTo>
                <a:lnTo>
                  <a:pt x="259910" y="143935"/>
                </a:lnTo>
                <a:close/>
                <a:moveTo>
                  <a:pt x="276988" y="143935"/>
                </a:moveTo>
                <a:lnTo>
                  <a:pt x="276988" y="152139"/>
                </a:lnTo>
                <a:lnTo>
                  <a:pt x="268560" y="152139"/>
                </a:lnTo>
                <a:lnTo>
                  <a:pt x="268560" y="143935"/>
                </a:lnTo>
                <a:close/>
                <a:moveTo>
                  <a:pt x="8539" y="0"/>
                </a:moveTo>
                <a:lnTo>
                  <a:pt x="8539" y="8372"/>
                </a:lnTo>
                <a:lnTo>
                  <a:pt x="0" y="8372"/>
                </a:lnTo>
                <a:lnTo>
                  <a:pt x="0" y="8595"/>
                </a:lnTo>
                <a:lnTo>
                  <a:pt x="8539" y="8595"/>
                </a:lnTo>
                <a:lnTo>
                  <a:pt x="8539" y="16799"/>
                </a:lnTo>
                <a:lnTo>
                  <a:pt x="0" y="16799"/>
                </a:lnTo>
                <a:lnTo>
                  <a:pt x="0" y="17022"/>
                </a:lnTo>
                <a:lnTo>
                  <a:pt x="8539" y="17022"/>
                </a:lnTo>
                <a:lnTo>
                  <a:pt x="8539" y="25282"/>
                </a:lnTo>
                <a:lnTo>
                  <a:pt x="0" y="25282"/>
                </a:lnTo>
                <a:lnTo>
                  <a:pt x="0" y="25505"/>
                </a:lnTo>
                <a:lnTo>
                  <a:pt x="8539" y="25505"/>
                </a:lnTo>
                <a:lnTo>
                  <a:pt x="8539" y="33709"/>
                </a:lnTo>
                <a:lnTo>
                  <a:pt x="0" y="33709"/>
                </a:lnTo>
                <a:lnTo>
                  <a:pt x="0" y="33933"/>
                </a:lnTo>
                <a:lnTo>
                  <a:pt x="8539" y="33933"/>
                </a:lnTo>
                <a:lnTo>
                  <a:pt x="8539" y="42193"/>
                </a:lnTo>
                <a:lnTo>
                  <a:pt x="0" y="42193"/>
                </a:lnTo>
                <a:lnTo>
                  <a:pt x="0" y="42416"/>
                </a:lnTo>
                <a:lnTo>
                  <a:pt x="8539" y="42416"/>
                </a:lnTo>
                <a:lnTo>
                  <a:pt x="8539" y="50620"/>
                </a:lnTo>
                <a:lnTo>
                  <a:pt x="0" y="50620"/>
                </a:lnTo>
                <a:lnTo>
                  <a:pt x="0" y="50843"/>
                </a:lnTo>
                <a:lnTo>
                  <a:pt x="8539" y="50843"/>
                </a:lnTo>
                <a:lnTo>
                  <a:pt x="8539" y="59103"/>
                </a:lnTo>
                <a:lnTo>
                  <a:pt x="0" y="59103"/>
                </a:lnTo>
                <a:lnTo>
                  <a:pt x="0" y="59326"/>
                </a:lnTo>
                <a:lnTo>
                  <a:pt x="8539" y="59326"/>
                </a:lnTo>
                <a:lnTo>
                  <a:pt x="8539" y="67586"/>
                </a:lnTo>
                <a:lnTo>
                  <a:pt x="0" y="67586"/>
                </a:lnTo>
                <a:lnTo>
                  <a:pt x="0" y="67810"/>
                </a:lnTo>
                <a:lnTo>
                  <a:pt x="8539" y="67810"/>
                </a:lnTo>
                <a:lnTo>
                  <a:pt x="8539" y="76014"/>
                </a:lnTo>
                <a:lnTo>
                  <a:pt x="0" y="76014"/>
                </a:lnTo>
                <a:lnTo>
                  <a:pt x="0" y="76237"/>
                </a:lnTo>
                <a:lnTo>
                  <a:pt x="8539" y="76237"/>
                </a:lnTo>
                <a:lnTo>
                  <a:pt x="8539" y="84497"/>
                </a:lnTo>
                <a:lnTo>
                  <a:pt x="0" y="84497"/>
                </a:lnTo>
                <a:lnTo>
                  <a:pt x="0" y="84720"/>
                </a:lnTo>
                <a:lnTo>
                  <a:pt x="8539" y="84720"/>
                </a:lnTo>
                <a:lnTo>
                  <a:pt x="8539" y="92924"/>
                </a:lnTo>
                <a:lnTo>
                  <a:pt x="0" y="92924"/>
                </a:lnTo>
                <a:lnTo>
                  <a:pt x="0" y="93148"/>
                </a:lnTo>
                <a:lnTo>
                  <a:pt x="8539" y="93148"/>
                </a:lnTo>
                <a:lnTo>
                  <a:pt x="8539" y="101408"/>
                </a:lnTo>
                <a:lnTo>
                  <a:pt x="0" y="101408"/>
                </a:lnTo>
                <a:lnTo>
                  <a:pt x="0" y="101631"/>
                </a:lnTo>
                <a:lnTo>
                  <a:pt x="8539" y="101631"/>
                </a:lnTo>
                <a:lnTo>
                  <a:pt x="8539" y="109891"/>
                </a:lnTo>
                <a:lnTo>
                  <a:pt x="0" y="109891"/>
                </a:lnTo>
                <a:lnTo>
                  <a:pt x="0" y="110114"/>
                </a:lnTo>
                <a:lnTo>
                  <a:pt x="8539" y="110114"/>
                </a:lnTo>
                <a:lnTo>
                  <a:pt x="8539" y="118318"/>
                </a:lnTo>
                <a:lnTo>
                  <a:pt x="0" y="118318"/>
                </a:lnTo>
                <a:lnTo>
                  <a:pt x="0" y="118541"/>
                </a:lnTo>
                <a:lnTo>
                  <a:pt x="8539" y="118541"/>
                </a:lnTo>
                <a:lnTo>
                  <a:pt x="8539" y="126801"/>
                </a:lnTo>
                <a:lnTo>
                  <a:pt x="0" y="126801"/>
                </a:lnTo>
                <a:lnTo>
                  <a:pt x="0" y="127025"/>
                </a:lnTo>
                <a:lnTo>
                  <a:pt x="8539" y="127025"/>
                </a:lnTo>
                <a:lnTo>
                  <a:pt x="8539" y="135229"/>
                </a:lnTo>
                <a:lnTo>
                  <a:pt x="0" y="135229"/>
                </a:lnTo>
                <a:lnTo>
                  <a:pt x="0" y="135452"/>
                </a:lnTo>
                <a:lnTo>
                  <a:pt x="8539" y="135452"/>
                </a:lnTo>
                <a:lnTo>
                  <a:pt x="8539" y="143712"/>
                </a:lnTo>
                <a:lnTo>
                  <a:pt x="0" y="143712"/>
                </a:lnTo>
                <a:lnTo>
                  <a:pt x="0" y="143935"/>
                </a:lnTo>
                <a:lnTo>
                  <a:pt x="8539" y="143935"/>
                </a:lnTo>
                <a:lnTo>
                  <a:pt x="8539" y="152139"/>
                </a:lnTo>
                <a:lnTo>
                  <a:pt x="0" y="152139"/>
                </a:lnTo>
                <a:lnTo>
                  <a:pt x="0" y="152362"/>
                </a:lnTo>
                <a:lnTo>
                  <a:pt x="8539" y="152362"/>
                </a:lnTo>
                <a:lnTo>
                  <a:pt x="8539" y="160734"/>
                </a:lnTo>
                <a:lnTo>
                  <a:pt x="8762" y="160734"/>
                </a:lnTo>
                <a:lnTo>
                  <a:pt x="8762" y="152362"/>
                </a:lnTo>
                <a:lnTo>
                  <a:pt x="17190" y="152362"/>
                </a:lnTo>
                <a:lnTo>
                  <a:pt x="17190" y="160734"/>
                </a:lnTo>
                <a:lnTo>
                  <a:pt x="17413" y="160734"/>
                </a:lnTo>
                <a:lnTo>
                  <a:pt x="17413" y="152362"/>
                </a:lnTo>
                <a:lnTo>
                  <a:pt x="25840" y="152362"/>
                </a:lnTo>
                <a:lnTo>
                  <a:pt x="25840" y="160734"/>
                </a:lnTo>
                <a:lnTo>
                  <a:pt x="26064" y="160734"/>
                </a:lnTo>
                <a:lnTo>
                  <a:pt x="26064" y="152362"/>
                </a:lnTo>
                <a:lnTo>
                  <a:pt x="34547" y="152362"/>
                </a:lnTo>
                <a:lnTo>
                  <a:pt x="34547" y="160734"/>
                </a:lnTo>
                <a:lnTo>
                  <a:pt x="34770" y="160734"/>
                </a:lnTo>
                <a:lnTo>
                  <a:pt x="34770" y="152362"/>
                </a:lnTo>
                <a:lnTo>
                  <a:pt x="43197" y="152362"/>
                </a:lnTo>
                <a:lnTo>
                  <a:pt x="43197" y="160734"/>
                </a:lnTo>
                <a:lnTo>
                  <a:pt x="43421" y="160734"/>
                </a:lnTo>
                <a:lnTo>
                  <a:pt x="43421" y="152362"/>
                </a:lnTo>
                <a:lnTo>
                  <a:pt x="51848" y="152362"/>
                </a:lnTo>
                <a:lnTo>
                  <a:pt x="51848" y="160734"/>
                </a:lnTo>
                <a:lnTo>
                  <a:pt x="52071" y="160734"/>
                </a:lnTo>
                <a:lnTo>
                  <a:pt x="52071" y="152362"/>
                </a:lnTo>
                <a:lnTo>
                  <a:pt x="60499" y="152362"/>
                </a:lnTo>
                <a:lnTo>
                  <a:pt x="60499" y="160734"/>
                </a:lnTo>
                <a:lnTo>
                  <a:pt x="60722" y="160734"/>
                </a:lnTo>
                <a:lnTo>
                  <a:pt x="60722" y="152362"/>
                </a:lnTo>
                <a:lnTo>
                  <a:pt x="69149" y="152362"/>
                </a:lnTo>
                <a:lnTo>
                  <a:pt x="69149" y="160734"/>
                </a:lnTo>
                <a:lnTo>
                  <a:pt x="69373" y="160734"/>
                </a:lnTo>
                <a:lnTo>
                  <a:pt x="69373" y="152362"/>
                </a:lnTo>
                <a:lnTo>
                  <a:pt x="77800" y="152362"/>
                </a:lnTo>
                <a:lnTo>
                  <a:pt x="77800" y="160734"/>
                </a:lnTo>
                <a:lnTo>
                  <a:pt x="78023" y="160734"/>
                </a:lnTo>
                <a:lnTo>
                  <a:pt x="78023" y="152362"/>
                </a:lnTo>
                <a:lnTo>
                  <a:pt x="86506" y="152362"/>
                </a:lnTo>
                <a:lnTo>
                  <a:pt x="86506" y="160734"/>
                </a:lnTo>
                <a:lnTo>
                  <a:pt x="86730" y="160734"/>
                </a:lnTo>
                <a:lnTo>
                  <a:pt x="86730" y="152362"/>
                </a:lnTo>
                <a:lnTo>
                  <a:pt x="95157" y="152362"/>
                </a:lnTo>
                <a:lnTo>
                  <a:pt x="95157" y="160734"/>
                </a:lnTo>
                <a:lnTo>
                  <a:pt x="95380" y="160734"/>
                </a:lnTo>
                <a:lnTo>
                  <a:pt x="95380" y="152362"/>
                </a:lnTo>
                <a:lnTo>
                  <a:pt x="103808" y="152362"/>
                </a:lnTo>
                <a:lnTo>
                  <a:pt x="103808" y="160734"/>
                </a:lnTo>
                <a:lnTo>
                  <a:pt x="104031" y="160734"/>
                </a:lnTo>
                <a:lnTo>
                  <a:pt x="104031" y="152362"/>
                </a:lnTo>
                <a:lnTo>
                  <a:pt x="112458" y="152362"/>
                </a:lnTo>
                <a:lnTo>
                  <a:pt x="112458" y="160734"/>
                </a:lnTo>
                <a:lnTo>
                  <a:pt x="112681" y="160734"/>
                </a:lnTo>
                <a:lnTo>
                  <a:pt x="112681" y="152362"/>
                </a:lnTo>
                <a:lnTo>
                  <a:pt x="121109" y="152362"/>
                </a:lnTo>
                <a:lnTo>
                  <a:pt x="121109" y="160734"/>
                </a:lnTo>
                <a:lnTo>
                  <a:pt x="121332" y="160734"/>
                </a:lnTo>
                <a:lnTo>
                  <a:pt x="121332" y="152362"/>
                </a:lnTo>
                <a:lnTo>
                  <a:pt x="129760" y="152362"/>
                </a:lnTo>
                <a:lnTo>
                  <a:pt x="129760" y="160734"/>
                </a:lnTo>
                <a:lnTo>
                  <a:pt x="129983" y="160734"/>
                </a:lnTo>
                <a:lnTo>
                  <a:pt x="129983" y="152362"/>
                </a:lnTo>
                <a:lnTo>
                  <a:pt x="138410" y="152362"/>
                </a:lnTo>
                <a:lnTo>
                  <a:pt x="138410" y="160734"/>
                </a:lnTo>
                <a:lnTo>
                  <a:pt x="138633" y="160734"/>
                </a:lnTo>
                <a:lnTo>
                  <a:pt x="138633" y="152362"/>
                </a:lnTo>
                <a:lnTo>
                  <a:pt x="147117" y="152362"/>
                </a:lnTo>
                <a:lnTo>
                  <a:pt x="147117" y="160734"/>
                </a:lnTo>
                <a:lnTo>
                  <a:pt x="147340" y="160734"/>
                </a:lnTo>
                <a:lnTo>
                  <a:pt x="147340" y="152362"/>
                </a:lnTo>
                <a:lnTo>
                  <a:pt x="155767" y="152362"/>
                </a:lnTo>
                <a:lnTo>
                  <a:pt x="155767" y="160734"/>
                </a:lnTo>
                <a:lnTo>
                  <a:pt x="155990" y="160734"/>
                </a:lnTo>
                <a:lnTo>
                  <a:pt x="155990" y="152362"/>
                </a:lnTo>
                <a:lnTo>
                  <a:pt x="164418" y="152362"/>
                </a:lnTo>
                <a:lnTo>
                  <a:pt x="164418" y="160734"/>
                </a:lnTo>
                <a:lnTo>
                  <a:pt x="164641" y="160734"/>
                </a:lnTo>
                <a:lnTo>
                  <a:pt x="164641" y="152362"/>
                </a:lnTo>
                <a:lnTo>
                  <a:pt x="173069" y="152362"/>
                </a:lnTo>
                <a:lnTo>
                  <a:pt x="173069" y="160734"/>
                </a:lnTo>
                <a:lnTo>
                  <a:pt x="173292" y="160734"/>
                </a:lnTo>
                <a:lnTo>
                  <a:pt x="173292" y="152362"/>
                </a:lnTo>
                <a:lnTo>
                  <a:pt x="181719" y="152362"/>
                </a:lnTo>
                <a:lnTo>
                  <a:pt x="181719" y="160734"/>
                </a:lnTo>
                <a:lnTo>
                  <a:pt x="181942" y="160734"/>
                </a:lnTo>
                <a:lnTo>
                  <a:pt x="181942" y="152362"/>
                </a:lnTo>
                <a:lnTo>
                  <a:pt x="190370" y="152362"/>
                </a:lnTo>
                <a:lnTo>
                  <a:pt x="190370" y="160734"/>
                </a:lnTo>
                <a:lnTo>
                  <a:pt x="190593" y="160734"/>
                </a:lnTo>
                <a:lnTo>
                  <a:pt x="190593" y="152362"/>
                </a:lnTo>
                <a:lnTo>
                  <a:pt x="199020" y="152362"/>
                </a:lnTo>
                <a:lnTo>
                  <a:pt x="199020" y="160734"/>
                </a:lnTo>
                <a:lnTo>
                  <a:pt x="199244" y="160734"/>
                </a:lnTo>
                <a:lnTo>
                  <a:pt x="199244" y="152362"/>
                </a:lnTo>
                <a:lnTo>
                  <a:pt x="207727" y="152362"/>
                </a:lnTo>
                <a:lnTo>
                  <a:pt x="207727" y="160734"/>
                </a:lnTo>
                <a:lnTo>
                  <a:pt x="207950" y="160734"/>
                </a:lnTo>
                <a:lnTo>
                  <a:pt x="207950" y="152362"/>
                </a:lnTo>
                <a:lnTo>
                  <a:pt x="216377" y="152362"/>
                </a:lnTo>
                <a:lnTo>
                  <a:pt x="216377" y="160734"/>
                </a:lnTo>
                <a:lnTo>
                  <a:pt x="216601" y="160734"/>
                </a:lnTo>
                <a:lnTo>
                  <a:pt x="216601" y="152362"/>
                </a:lnTo>
                <a:lnTo>
                  <a:pt x="225028" y="152362"/>
                </a:lnTo>
                <a:lnTo>
                  <a:pt x="225028" y="160734"/>
                </a:lnTo>
                <a:lnTo>
                  <a:pt x="225251" y="160734"/>
                </a:lnTo>
                <a:lnTo>
                  <a:pt x="225251" y="152362"/>
                </a:lnTo>
                <a:lnTo>
                  <a:pt x="233679" y="152362"/>
                </a:lnTo>
                <a:lnTo>
                  <a:pt x="233679" y="160734"/>
                </a:lnTo>
                <a:lnTo>
                  <a:pt x="233902" y="160734"/>
                </a:lnTo>
                <a:lnTo>
                  <a:pt x="233902" y="152362"/>
                </a:lnTo>
                <a:lnTo>
                  <a:pt x="242329" y="152362"/>
                </a:lnTo>
                <a:lnTo>
                  <a:pt x="242329" y="160734"/>
                </a:lnTo>
                <a:lnTo>
                  <a:pt x="242553" y="160734"/>
                </a:lnTo>
                <a:lnTo>
                  <a:pt x="242553" y="152362"/>
                </a:lnTo>
                <a:lnTo>
                  <a:pt x="250980" y="152362"/>
                </a:lnTo>
                <a:lnTo>
                  <a:pt x="250980" y="160734"/>
                </a:lnTo>
                <a:lnTo>
                  <a:pt x="251203" y="160734"/>
                </a:lnTo>
                <a:lnTo>
                  <a:pt x="251203" y="152362"/>
                </a:lnTo>
                <a:lnTo>
                  <a:pt x="259686" y="152362"/>
                </a:lnTo>
                <a:lnTo>
                  <a:pt x="259686" y="160734"/>
                </a:lnTo>
                <a:lnTo>
                  <a:pt x="259910" y="160734"/>
                </a:lnTo>
                <a:lnTo>
                  <a:pt x="259910" y="152362"/>
                </a:lnTo>
                <a:lnTo>
                  <a:pt x="268337" y="152362"/>
                </a:lnTo>
                <a:lnTo>
                  <a:pt x="268337" y="160734"/>
                </a:lnTo>
                <a:lnTo>
                  <a:pt x="268560" y="160734"/>
                </a:lnTo>
                <a:lnTo>
                  <a:pt x="268560" y="152362"/>
                </a:lnTo>
                <a:lnTo>
                  <a:pt x="276988" y="152362"/>
                </a:lnTo>
                <a:lnTo>
                  <a:pt x="276988" y="160734"/>
                </a:lnTo>
                <a:lnTo>
                  <a:pt x="277211" y="160734"/>
                </a:lnTo>
                <a:lnTo>
                  <a:pt x="277211" y="152362"/>
                </a:lnTo>
                <a:lnTo>
                  <a:pt x="285750" y="152362"/>
                </a:lnTo>
                <a:lnTo>
                  <a:pt x="285750" y="152139"/>
                </a:lnTo>
                <a:lnTo>
                  <a:pt x="277211" y="152139"/>
                </a:lnTo>
                <a:lnTo>
                  <a:pt x="277211" y="143935"/>
                </a:lnTo>
                <a:lnTo>
                  <a:pt x="285750" y="143935"/>
                </a:lnTo>
                <a:lnTo>
                  <a:pt x="285750" y="143712"/>
                </a:lnTo>
                <a:lnTo>
                  <a:pt x="277211" y="143712"/>
                </a:lnTo>
                <a:lnTo>
                  <a:pt x="277211" y="135452"/>
                </a:lnTo>
                <a:lnTo>
                  <a:pt x="285750" y="135452"/>
                </a:lnTo>
                <a:lnTo>
                  <a:pt x="285750" y="135229"/>
                </a:lnTo>
                <a:lnTo>
                  <a:pt x="277211" y="135229"/>
                </a:lnTo>
                <a:lnTo>
                  <a:pt x="277211" y="127025"/>
                </a:lnTo>
                <a:lnTo>
                  <a:pt x="285750" y="127025"/>
                </a:lnTo>
                <a:lnTo>
                  <a:pt x="285750" y="126801"/>
                </a:lnTo>
                <a:lnTo>
                  <a:pt x="277211" y="126801"/>
                </a:lnTo>
                <a:lnTo>
                  <a:pt x="277211" y="118541"/>
                </a:lnTo>
                <a:lnTo>
                  <a:pt x="285750" y="118541"/>
                </a:lnTo>
                <a:lnTo>
                  <a:pt x="285750" y="118318"/>
                </a:lnTo>
                <a:lnTo>
                  <a:pt x="277211" y="118318"/>
                </a:lnTo>
                <a:lnTo>
                  <a:pt x="277211" y="110114"/>
                </a:lnTo>
                <a:lnTo>
                  <a:pt x="285750" y="110114"/>
                </a:lnTo>
                <a:lnTo>
                  <a:pt x="285750" y="109891"/>
                </a:lnTo>
                <a:lnTo>
                  <a:pt x="277211" y="109891"/>
                </a:lnTo>
                <a:lnTo>
                  <a:pt x="277211" y="101631"/>
                </a:lnTo>
                <a:lnTo>
                  <a:pt x="285750" y="101631"/>
                </a:lnTo>
                <a:lnTo>
                  <a:pt x="285750" y="101408"/>
                </a:lnTo>
                <a:lnTo>
                  <a:pt x="277211" y="101408"/>
                </a:lnTo>
                <a:lnTo>
                  <a:pt x="277211" y="93148"/>
                </a:lnTo>
                <a:lnTo>
                  <a:pt x="285750" y="93148"/>
                </a:lnTo>
                <a:lnTo>
                  <a:pt x="285750" y="92924"/>
                </a:lnTo>
                <a:lnTo>
                  <a:pt x="277211" y="92924"/>
                </a:lnTo>
                <a:lnTo>
                  <a:pt x="277211" y="84720"/>
                </a:lnTo>
                <a:lnTo>
                  <a:pt x="285750" y="84720"/>
                </a:lnTo>
                <a:lnTo>
                  <a:pt x="285750" y="84497"/>
                </a:lnTo>
                <a:lnTo>
                  <a:pt x="277211" y="84497"/>
                </a:lnTo>
                <a:lnTo>
                  <a:pt x="277211" y="76237"/>
                </a:lnTo>
                <a:lnTo>
                  <a:pt x="285750" y="76237"/>
                </a:lnTo>
                <a:lnTo>
                  <a:pt x="285750" y="76014"/>
                </a:lnTo>
                <a:lnTo>
                  <a:pt x="277211" y="76014"/>
                </a:lnTo>
                <a:lnTo>
                  <a:pt x="277211" y="67810"/>
                </a:lnTo>
                <a:lnTo>
                  <a:pt x="285750" y="67810"/>
                </a:lnTo>
                <a:lnTo>
                  <a:pt x="285750" y="67586"/>
                </a:lnTo>
                <a:lnTo>
                  <a:pt x="277211" y="67586"/>
                </a:lnTo>
                <a:lnTo>
                  <a:pt x="277211" y="59326"/>
                </a:lnTo>
                <a:lnTo>
                  <a:pt x="285750" y="59326"/>
                </a:lnTo>
                <a:lnTo>
                  <a:pt x="285750" y="59103"/>
                </a:lnTo>
                <a:lnTo>
                  <a:pt x="277211" y="59103"/>
                </a:lnTo>
                <a:lnTo>
                  <a:pt x="277211" y="50843"/>
                </a:lnTo>
                <a:lnTo>
                  <a:pt x="285750" y="50843"/>
                </a:lnTo>
                <a:lnTo>
                  <a:pt x="285750" y="50620"/>
                </a:lnTo>
                <a:lnTo>
                  <a:pt x="277211" y="50620"/>
                </a:lnTo>
                <a:lnTo>
                  <a:pt x="277211" y="42416"/>
                </a:lnTo>
                <a:lnTo>
                  <a:pt x="285750" y="42416"/>
                </a:lnTo>
                <a:lnTo>
                  <a:pt x="285750" y="42193"/>
                </a:lnTo>
                <a:lnTo>
                  <a:pt x="277211" y="42193"/>
                </a:lnTo>
                <a:lnTo>
                  <a:pt x="277211" y="33933"/>
                </a:lnTo>
                <a:lnTo>
                  <a:pt x="285750" y="33933"/>
                </a:lnTo>
                <a:lnTo>
                  <a:pt x="285750" y="33709"/>
                </a:lnTo>
                <a:lnTo>
                  <a:pt x="277211" y="33709"/>
                </a:lnTo>
                <a:lnTo>
                  <a:pt x="277211" y="25505"/>
                </a:lnTo>
                <a:lnTo>
                  <a:pt x="285750" y="25505"/>
                </a:lnTo>
                <a:lnTo>
                  <a:pt x="285750" y="25282"/>
                </a:lnTo>
                <a:lnTo>
                  <a:pt x="277211" y="25282"/>
                </a:lnTo>
                <a:lnTo>
                  <a:pt x="277211" y="17022"/>
                </a:lnTo>
                <a:lnTo>
                  <a:pt x="285750" y="17022"/>
                </a:lnTo>
                <a:lnTo>
                  <a:pt x="285750" y="16799"/>
                </a:lnTo>
                <a:lnTo>
                  <a:pt x="277211" y="16799"/>
                </a:lnTo>
                <a:lnTo>
                  <a:pt x="277211" y="8595"/>
                </a:lnTo>
                <a:lnTo>
                  <a:pt x="285750" y="8595"/>
                </a:lnTo>
                <a:lnTo>
                  <a:pt x="285750" y="8372"/>
                </a:lnTo>
                <a:lnTo>
                  <a:pt x="277211" y="8372"/>
                </a:lnTo>
                <a:lnTo>
                  <a:pt x="277211" y="0"/>
                </a:lnTo>
                <a:lnTo>
                  <a:pt x="276988" y="0"/>
                </a:lnTo>
                <a:lnTo>
                  <a:pt x="276988" y="8372"/>
                </a:lnTo>
                <a:lnTo>
                  <a:pt x="268560" y="8372"/>
                </a:lnTo>
                <a:lnTo>
                  <a:pt x="268560" y="0"/>
                </a:lnTo>
                <a:lnTo>
                  <a:pt x="268337" y="0"/>
                </a:lnTo>
                <a:lnTo>
                  <a:pt x="268337" y="8372"/>
                </a:lnTo>
                <a:lnTo>
                  <a:pt x="259910" y="8372"/>
                </a:lnTo>
                <a:lnTo>
                  <a:pt x="259910" y="0"/>
                </a:lnTo>
                <a:lnTo>
                  <a:pt x="259686" y="0"/>
                </a:lnTo>
                <a:lnTo>
                  <a:pt x="259686" y="8372"/>
                </a:lnTo>
                <a:lnTo>
                  <a:pt x="251203" y="8372"/>
                </a:lnTo>
                <a:lnTo>
                  <a:pt x="251203" y="0"/>
                </a:lnTo>
                <a:lnTo>
                  <a:pt x="250980" y="0"/>
                </a:lnTo>
                <a:lnTo>
                  <a:pt x="250980" y="8372"/>
                </a:lnTo>
                <a:lnTo>
                  <a:pt x="242553" y="8372"/>
                </a:lnTo>
                <a:lnTo>
                  <a:pt x="242553" y="0"/>
                </a:lnTo>
                <a:lnTo>
                  <a:pt x="242329" y="0"/>
                </a:lnTo>
                <a:lnTo>
                  <a:pt x="242329" y="8372"/>
                </a:lnTo>
                <a:lnTo>
                  <a:pt x="233902" y="8372"/>
                </a:lnTo>
                <a:lnTo>
                  <a:pt x="233902" y="0"/>
                </a:lnTo>
                <a:lnTo>
                  <a:pt x="233679" y="0"/>
                </a:lnTo>
                <a:lnTo>
                  <a:pt x="233679" y="8372"/>
                </a:lnTo>
                <a:lnTo>
                  <a:pt x="225251" y="8372"/>
                </a:lnTo>
                <a:lnTo>
                  <a:pt x="225251" y="0"/>
                </a:lnTo>
                <a:lnTo>
                  <a:pt x="225028" y="0"/>
                </a:lnTo>
                <a:lnTo>
                  <a:pt x="225028" y="8372"/>
                </a:lnTo>
                <a:lnTo>
                  <a:pt x="216601" y="8372"/>
                </a:lnTo>
                <a:lnTo>
                  <a:pt x="216601" y="0"/>
                </a:lnTo>
                <a:lnTo>
                  <a:pt x="216377" y="0"/>
                </a:lnTo>
                <a:lnTo>
                  <a:pt x="216377" y="8372"/>
                </a:lnTo>
                <a:lnTo>
                  <a:pt x="207950" y="8372"/>
                </a:lnTo>
                <a:lnTo>
                  <a:pt x="207950" y="0"/>
                </a:lnTo>
                <a:lnTo>
                  <a:pt x="207727" y="0"/>
                </a:lnTo>
                <a:lnTo>
                  <a:pt x="207727" y="8372"/>
                </a:lnTo>
                <a:lnTo>
                  <a:pt x="199244" y="8372"/>
                </a:lnTo>
                <a:lnTo>
                  <a:pt x="199244" y="0"/>
                </a:lnTo>
                <a:lnTo>
                  <a:pt x="199020" y="0"/>
                </a:lnTo>
                <a:lnTo>
                  <a:pt x="199020" y="8372"/>
                </a:lnTo>
                <a:lnTo>
                  <a:pt x="190593" y="8372"/>
                </a:lnTo>
                <a:lnTo>
                  <a:pt x="190593" y="0"/>
                </a:lnTo>
                <a:lnTo>
                  <a:pt x="190370" y="0"/>
                </a:lnTo>
                <a:lnTo>
                  <a:pt x="190370" y="8372"/>
                </a:lnTo>
                <a:lnTo>
                  <a:pt x="181942" y="8372"/>
                </a:lnTo>
                <a:lnTo>
                  <a:pt x="181942" y="0"/>
                </a:lnTo>
                <a:lnTo>
                  <a:pt x="181719" y="0"/>
                </a:lnTo>
                <a:lnTo>
                  <a:pt x="181719" y="8372"/>
                </a:lnTo>
                <a:lnTo>
                  <a:pt x="173292" y="8372"/>
                </a:lnTo>
                <a:lnTo>
                  <a:pt x="173292" y="0"/>
                </a:lnTo>
                <a:lnTo>
                  <a:pt x="173069" y="0"/>
                </a:lnTo>
                <a:lnTo>
                  <a:pt x="173069" y="8372"/>
                </a:lnTo>
                <a:lnTo>
                  <a:pt x="164641" y="8372"/>
                </a:lnTo>
                <a:lnTo>
                  <a:pt x="164641" y="0"/>
                </a:lnTo>
                <a:lnTo>
                  <a:pt x="164418" y="0"/>
                </a:lnTo>
                <a:lnTo>
                  <a:pt x="164418" y="8372"/>
                </a:lnTo>
                <a:lnTo>
                  <a:pt x="155990" y="8372"/>
                </a:lnTo>
                <a:lnTo>
                  <a:pt x="155990" y="0"/>
                </a:lnTo>
                <a:lnTo>
                  <a:pt x="155767" y="0"/>
                </a:lnTo>
                <a:lnTo>
                  <a:pt x="155767" y="8372"/>
                </a:lnTo>
                <a:lnTo>
                  <a:pt x="147340" y="8372"/>
                </a:lnTo>
                <a:lnTo>
                  <a:pt x="147340" y="0"/>
                </a:lnTo>
                <a:lnTo>
                  <a:pt x="147117" y="0"/>
                </a:lnTo>
                <a:lnTo>
                  <a:pt x="147117" y="8372"/>
                </a:lnTo>
                <a:lnTo>
                  <a:pt x="138633" y="8372"/>
                </a:lnTo>
                <a:lnTo>
                  <a:pt x="138633" y="0"/>
                </a:lnTo>
                <a:lnTo>
                  <a:pt x="138410" y="0"/>
                </a:lnTo>
                <a:lnTo>
                  <a:pt x="138410" y="8372"/>
                </a:lnTo>
                <a:lnTo>
                  <a:pt x="129983" y="8372"/>
                </a:lnTo>
                <a:lnTo>
                  <a:pt x="129983" y="0"/>
                </a:lnTo>
                <a:lnTo>
                  <a:pt x="129760" y="0"/>
                </a:lnTo>
                <a:lnTo>
                  <a:pt x="129760" y="8372"/>
                </a:lnTo>
                <a:lnTo>
                  <a:pt x="121332" y="8372"/>
                </a:lnTo>
                <a:lnTo>
                  <a:pt x="121332" y="0"/>
                </a:lnTo>
                <a:lnTo>
                  <a:pt x="121109" y="0"/>
                </a:lnTo>
                <a:lnTo>
                  <a:pt x="121109" y="8372"/>
                </a:lnTo>
                <a:lnTo>
                  <a:pt x="112681" y="8372"/>
                </a:lnTo>
                <a:lnTo>
                  <a:pt x="112681" y="0"/>
                </a:lnTo>
                <a:lnTo>
                  <a:pt x="112458" y="0"/>
                </a:lnTo>
                <a:lnTo>
                  <a:pt x="112458" y="8372"/>
                </a:lnTo>
                <a:lnTo>
                  <a:pt x="104031" y="8372"/>
                </a:lnTo>
                <a:lnTo>
                  <a:pt x="104031" y="0"/>
                </a:lnTo>
                <a:lnTo>
                  <a:pt x="103808" y="0"/>
                </a:lnTo>
                <a:lnTo>
                  <a:pt x="103808" y="8372"/>
                </a:lnTo>
                <a:lnTo>
                  <a:pt x="95380" y="8372"/>
                </a:lnTo>
                <a:lnTo>
                  <a:pt x="95380" y="0"/>
                </a:lnTo>
                <a:lnTo>
                  <a:pt x="95157" y="0"/>
                </a:lnTo>
                <a:lnTo>
                  <a:pt x="95157" y="8372"/>
                </a:lnTo>
                <a:lnTo>
                  <a:pt x="86730" y="8372"/>
                </a:lnTo>
                <a:lnTo>
                  <a:pt x="86730" y="0"/>
                </a:lnTo>
                <a:lnTo>
                  <a:pt x="86506" y="0"/>
                </a:lnTo>
                <a:lnTo>
                  <a:pt x="86506" y="8372"/>
                </a:lnTo>
                <a:lnTo>
                  <a:pt x="78023" y="8372"/>
                </a:lnTo>
                <a:lnTo>
                  <a:pt x="78023" y="0"/>
                </a:lnTo>
                <a:lnTo>
                  <a:pt x="77800" y="0"/>
                </a:lnTo>
                <a:lnTo>
                  <a:pt x="77800" y="8372"/>
                </a:lnTo>
                <a:lnTo>
                  <a:pt x="69373" y="8372"/>
                </a:lnTo>
                <a:lnTo>
                  <a:pt x="69373" y="0"/>
                </a:lnTo>
                <a:lnTo>
                  <a:pt x="69149" y="0"/>
                </a:lnTo>
                <a:lnTo>
                  <a:pt x="69149" y="8372"/>
                </a:lnTo>
                <a:lnTo>
                  <a:pt x="60722" y="8372"/>
                </a:lnTo>
                <a:lnTo>
                  <a:pt x="60722" y="0"/>
                </a:lnTo>
                <a:lnTo>
                  <a:pt x="60499" y="0"/>
                </a:lnTo>
                <a:lnTo>
                  <a:pt x="60499" y="8372"/>
                </a:lnTo>
                <a:lnTo>
                  <a:pt x="52071" y="8372"/>
                </a:lnTo>
                <a:lnTo>
                  <a:pt x="52071" y="0"/>
                </a:lnTo>
                <a:lnTo>
                  <a:pt x="51848" y="0"/>
                </a:lnTo>
                <a:lnTo>
                  <a:pt x="51848" y="8372"/>
                </a:lnTo>
                <a:lnTo>
                  <a:pt x="43421" y="8372"/>
                </a:lnTo>
                <a:lnTo>
                  <a:pt x="43421" y="0"/>
                </a:lnTo>
                <a:lnTo>
                  <a:pt x="43197" y="0"/>
                </a:lnTo>
                <a:lnTo>
                  <a:pt x="43197" y="8372"/>
                </a:lnTo>
                <a:lnTo>
                  <a:pt x="34770" y="8372"/>
                </a:lnTo>
                <a:lnTo>
                  <a:pt x="34770" y="0"/>
                </a:lnTo>
                <a:lnTo>
                  <a:pt x="34547" y="0"/>
                </a:lnTo>
                <a:lnTo>
                  <a:pt x="34547" y="8372"/>
                </a:lnTo>
                <a:lnTo>
                  <a:pt x="26064" y="8372"/>
                </a:lnTo>
                <a:lnTo>
                  <a:pt x="26064" y="0"/>
                </a:lnTo>
                <a:lnTo>
                  <a:pt x="25840" y="0"/>
                </a:lnTo>
                <a:lnTo>
                  <a:pt x="25840" y="8372"/>
                </a:lnTo>
                <a:lnTo>
                  <a:pt x="17413" y="8372"/>
                </a:lnTo>
                <a:lnTo>
                  <a:pt x="17413" y="0"/>
                </a:lnTo>
                <a:lnTo>
                  <a:pt x="17190" y="0"/>
                </a:lnTo>
                <a:lnTo>
                  <a:pt x="17190" y="8372"/>
                </a:lnTo>
                <a:lnTo>
                  <a:pt x="8762" y="8372"/>
                </a:lnTo>
                <a:lnTo>
                  <a:pt x="8762" y="0"/>
                </a:lnTo>
                <a:close/>
              </a:path>
            </a:pathLst>
          </a:cu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1" name="Google Shape;17;p29"/>
          <p:cNvSpPr/>
          <p:nvPr/>
        </p:nvSpPr>
        <p:spPr>
          <a:xfrm>
            <a:off x="4985280" y="0"/>
            <a:ext cx="4158360" cy="5142960"/>
          </a:xfrm>
          <a:prstGeom prst="rect">
            <a:avLst/>
          </a:prstGeom>
          <a:solidFill>
            <a:srgbClr val="00041c">
              <a:alpha val="18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2" name="PlaceHolder 1"/>
          <p:cNvSpPr>
            <a:spLocks noGrp="1"/>
          </p:cNvSpPr>
          <p:nvPr>
            <p:ph type="sldNum" idx="6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BB456C99-3F31-452D-90C0-E3482466CACD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US" sz="4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US" sz="32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8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Second Outline Level</a:t>
            </a:r>
            <a:endParaRPr b="0" lang="en-US" sz="2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Third Outline Level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Fourth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Fifth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Sixth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Seventh Outline Level</a:t>
            </a:r>
            <a:endParaRPr b="0" lang="en-US" sz="2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4" Type="http://schemas.openxmlformats.org/officeDocument/2006/relationships/comments" Target="../comments/comment4.xml"/><Relationship Id="rId5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jpeg"/><Relationship Id="rId3" Type="http://schemas.openxmlformats.org/officeDocument/2006/relationships/slideLayout" Target="../slideLayouts/slideLayout5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slideLayout" Target="../slideLayouts/slideLayout5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6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5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5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slideLayout" Target="../slideLayouts/slideLayout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1.png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slideLayout" Target="../slideLayouts/slideLayout6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hyperlink" Target="https://www.coursera.org/learn/python-machine-learning" TargetMode="External"/><Relationship Id="rId2" Type="http://schemas.openxmlformats.org/officeDocument/2006/relationships/hyperlink" Target="https://www.coursera.org/learn/neural-networks-deep-learning" TargetMode="External"/><Relationship Id="rId3" Type="http://schemas.openxmlformats.org/officeDocument/2006/relationships/hyperlink" Target="https://en.wikipedia.org/wiki/Limited-memory_BFGS" TargetMode="External"/><Relationship Id="rId4" Type="http://schemas.openxmlformats.org/officeDocument/2006/relationships/hyperlink" Target="https://scikit-learn.org/stable/modules/generated/sklearn.neural_network.MLPClassifier.html" TargetMode="External"/><Relationship Id="rId5" Type="http://schemas.openxmlformats.org/officeDocument/2006/relationships/hyperlink" Target="https://devblogs.nvidia.com/deep-learning-nutshell-core-concepts/" TargetMode="External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39.jpeg"/><Relationship Id="rId2" Type="http://schemas.openxmlformats.org/officeDocument/2006/relationships/slideLayout" Target="../slideLayouts/slideLayout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sldNum" idx="10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158672E-4E0B-4561-B48C-404512F77F13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Google Shape;780;p1"/>
          <p:cNvSpPr/>
          <p:nvPr/>
        </p:nvSpPr>
        <p:spPr>
          <a:xfrm>
            <a:off x="600480" y="1365120"/>
            <a:ext cx="4804920" cy="2205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4800" strike="noStrike" u="none">
                <a:solidFill>
                  <a:schemeClr val="lt1"/>
                </a:solidFill>
                <a:effectLst/>
                <a:uFillTx/>
                <a:latin typeface="Titillium Web Light"/>
                <a:ea typeface="Titillium Web Light"/>
              </a:rPr>
              <a:t>Neural Network</a:t>
            </a: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4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title"/>
          </p:nvPr>
        </p:nvSpPr>
        <p:spPr>
          <a:xfrm>
            <a:off x="524520" y="258480"/>
            <a:ext cx="3828240" cy="797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Data Science Camp 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4" name="Google Shape;782;p1" descr=""/>
          <p:cNvPicPr/>
          <p:nvPr/>
        </p:nvPicPr>
        <p:blipFill>
          <a:blip r:embed="rId1"/>
          <a:stretch/>
        </p:blipFill>
        <p:spPr>
          <a:xfrm>
            <a:off x="5643000" y="749160"/>
            <a:ext cx="2856960" cy="343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787;p2"/>
          <p:cNvGrpSpPr/>
          <p:nvPr/>
        </p:nvGrpSpPr>
        <p:grpSpPr>
          <a:xfrm>
            <a:off x="6386400" y="916920"/>
            <a:ext cx="2048760" cy="2048760"/>
            <a:chOff x="6386400" y="916920"/>
            <a:chExt cx="2048760" cy="2048760"/>
          </a:xfrm>
        </p:grpSpPr>
        <p:sp>
          <p:nvSpPr>
            <p:cNvPr id="36" name="Google Shape;788;p2"/>
            <p:cNvSpPr/>
            <p:nvPr/>
          </p:nvSpPr>
          <p:spPr>
            <a:xfrm>
              <a:off x="7144920" y="1675440"/>
              <a:ext cx="1060920" cy="1060920"/>
            </a:xfrm>
            <a:custGeom>
              <a:avLst/>
              <a:gdLst>
                <a:gd name="textAreaLeft" fmla="*/ 0 w 1060920"/>
                <a:gd name="textAreaRight" fmla="*/ 1061640 w 1060920"/>
                <a:gd name="textAreaTop" fmla="*/ 0 h 1060920"/>
                <a:gd name="textAreaBottom" fmla="*/ 1061640 h 1060920"/>
              </a:gdLst>
              <a:ahLst/>
              <a:cxnLst/>
              <a:rect l="textAreaLeft" t="textAreaTop" r="textAreaRight" b="textAreaBottom"/>
              <a:pathLst>
                <a:path fill="none" w="8452" h="8452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cap="rnd" w="1908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37" name="Google Shape;789;p2"/>
            <p:cNvSpPr/>
            <p:nvPr/>
          </p:nvSpPr>
          <p:spPr>
            <a:xfrm>
              <a:off x="6386400" y="916920"/>
              <a:ext cx="2048760" cy="2048760"/>
            </a:xfrm>
            <a:custGeom>
              <a:avLst/>
              <a:gdLst>
                <a:gd name="textAreaLeft" fmla="*/ 0 w 2048760"/>
                <a:gd name="textAreaRight" fmla="*/ 2049480 w 2048760"/>
                <a:gd name="textAreaTop" fmla="*/ 0 h 2048760"/>
                <a:gd name="textAreaBottom" fmla="*/ 2049480 h 2048760"/>
              </a:gdLst>
              <a:ahLst/>
              <a:cxnLst/>
              <a:rect l="textAreaLeft" t="textAreaTop" r="textAreaRight" b="textAreaBottom"/>
              <a:pathLst>
                <a:path fill="none" w="16318" h="16319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cap="rnd" w="1908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38" name="Google Shape;790;p2"/>
          <p:cNvGrpSpPr/>
          <p:nvPr/>
        </p:nvGrpSpPr>
        <p:grpSpPr>
          <a:xfrm>
            <a:off x="6199920" y="3244320"/>
            <a:ext cx="972720" cy="972360"/>
            <a:chOff x="6199920" y="3244320"/>
            <a:chExt cx="972720" cy="972360"/>
          </a:xfrm>
        </p:grpSpPr>
        <p:sp>
          <p:nvSpPr>
            <p:cNvPr id="39" name="Google Shape;791;p2"/>
            <p:cNvSpPr/>
            <p:nvPr/>
          </p:nvSpPr>
          <p:spPr>
            <a:xfrm rot="21013800">
              <a:off x="6265080" y="3309480"/>
              <a:ext cx="842040" cy="841680"/>
            </a:xfrm>
            <a:custGeom>
              <a:avLst/>
              <a:gdLst>
                <a:gd name="textAreaLeft" fmla="*/ 0 w 842040"/>
                <a:gd name="textAreaRight" fmla="*/ 842760 w 842040"/>
                <a:gd name="textAreaTop" fmla="*/ 0 h 841680"/>
                <a:gd name="textAreaBottom" fmla="*/ 842400 h 841680"/>
              </a:gdLst>
              <a:ahLst/>
              <a:cxnLst/>
              <a:rect l="textAreaLeft" t="textAreaTop" r="textAreaRight" b="textAreaBottom"/>
              <a:pathLst>
                <a:path fill="none" w="17683" h="17682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cap="rnd" w="1908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0" name="Google Shape;792;p2"/>
            <p:cNvSpPr/>
            <p:nvPr/>
          </p:nvSpPr>
          <p:spPr>
            <a:xfrm rot="21013800">
              <a:off x="6360480" y="4024440"/>
              <a:ext cx="138600" cy="138600"/>
            </a:xfrm>
            <a:custGeom>
              <a:avLst/>
              <a:gdLst>
                <a:gd name="textAreaLeft" fmla="*/ 0 w 138600"/>
                <a:gd name="textAreaRight" fmla="*/ 139320 w 138600"/>
                <a:gd name="textAreaTop" fmla="*/ 0 h 138600"/>
                <a:gd name="textAreaBottom" fmla="*/ 139320 h 138600"/>
              </a:gdLst>
              <a:ahLst/>
              <a:cxnLst/>
              <a:rect l="textAreaLeft" t="textAreaTop" r="textAreaRight" b="textAreaBottom"/>
              <a:pathLst>
                <a:path fill="none" w="2924" h="2924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cap="rnd" w="1908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69480" bIns="69480" anchor="ctr">
              <a:noAutofit/>
            </a:bodyPr>
            <a:p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1" name="Google Shape;793;p2"/>
            <p:cNvSpPr/>
            <p:nvPr/>
          </p:nvSpPr>
          <p:spPr>
            <a:xfrm rot="21013800">
              <a:off x="6477120" y="4090680"/>
              <a:ext cx="88560" cy="88560"/>
            </a:xfrm>
            <a:custGeom>
              <a:avLst/>
              <a:gdLst>
                <a:gd name="textAreaLeft" fmla="*/ 0 w 88560"/>
                <a:gd name="textAreaRight" fmla="*/ 89280 w 88560"/>
                <a:gd name="textAreaTop" fmla="*/ 0 h 88560"/>
                <a:gd name="textAreaBottom" fmla="*/ 89280 h 88560"/>
              </a:gdLst>
              <a:ahLst/>
              <a:cxnLst/>
              <a:rect l="textAreaLeft" t="textAreaTop" r="textAreaRight" b="textAreaBottom"/>
              <a:pathLst>
                <a:path fill="none" w="1877" h="1877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cap="rnd" w="1908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4640" bIns="44640" anchor="ctr">
              <a:noAutofit/>
            </a:bodyPr>
            <a:p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42" name="Google Shape;794;p2"/>
            <p:cNvSpPr/>
            <p:nvPr/>
          </p:nvSpPr>
          <p:spPr>
            <a:xfrm rot="21013800">
              <a:off x="6316200" y="3977280"/>
              <a:ext cx="88560" cy="88560"/>
            </a:xfrm>
            <a:custGeom>
              <a:avLst/>
              <a:gdLst>
                <a:gd name="textAreaLeft" fmla="*/ 0 w 88560"/>
                <a:gd name="textAreaRight" fmla="*/ 89280 w 88560"/>
                <a:gd name="textAreaTop" fmla="*/ 0 h 88560"/>
                <a:gd name="textAreaBottom" fmla="*/ 89280 h 88560"/>
              </a:gdLst>
              <a:ahLst/>
              <a:cxnLst/>
              <a:rect l="textAreaLeft" t="textAreaTop" r="textAreaRight" b="textAreaBottom"/>
              <a:pathLst>
                <a:path fill="none" w="1876" h="1876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cap="rnd" w="1908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4640" bIns="44640" anchor="ctr">
              <a:noAutofit/>
            </a:bodyPr>
            <a:p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sp>
        <p:nvSpPr>
          <p:cNvPr id="43" name="Google Shape;795;p2"/>
          <p:cNvSpPr/>
          <p:nvPr/>
        </p:nvSpPr>
        <p:spPr>
          <a:xfrm>
            <a:off x="6124680" y="1009440"/>
            <a:ext cx="319680" cy="305280"/>
          </a:xfrm>
          <a:custGeom>
            <a:avLst/>
            <a:gdLst>
              <a:gd name="textAreaLeft" fmla="*/ 0 w 319680"/>
              <a:gd name="textAreaRight" fmla="*/ 320400 w 319680"/>
              <a:gd name="textAreaTop" fmla="*/ 0 h 305280"/>
              <a:gd name="textAreaBottom" fmla="*/ 306000 h 305280"/>
            </a:gdLst>
            <a:ahLst/>
            <a:cxnLst/>
            <a:rect l="textAreaLeft" t="textAreaTop" r="textAreaRight" b="textAreaBottom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8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4" name="Google Shape;796;p2"/>
          <p:cNvSpPr/>
          <p:nvPr/>
        </p:nvSpPr>
        <p:spPr>
          <a:xfrm rot="2697600">
            <a:off x="7644960" y="2988720"/>
            <a:ext cx="485640" cy="463680"/>
          </a:xfrm>
          <a:custGeom>
            <a:avLst/>
            <a:gdLst>
              <a:gd name="textAreaLeft" fmla="*/ 0 w 485640"/>
              <a:gd name="textAreaRight" fmla="*/ 486360 w 485640"/>
              <a:gd name="textAreaTop" fmla="*/ 0 h 463680"/>
              <a:gd name="textAreaBottom" fmla="*/ 464400 h 463680"/>
            </a:gdLst>
            <a:ahLst/>
            <a:cxnLst/>
            <a:rect l="textAreaLeft" t="textAreaTop" r="textAreaRight" b="textAreaBottom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8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5" name="Google Shape;797;p2"/>
          <p:cNvSpPr/>
          <p:nvPr/>
        </p:nvSpPr>
        <p:spPr>
          <a:xfrm>
            <a:off x="8391600" y="3072240"/>
            <a:ext cx="194040" cy="185400"/>
          </a:xfrm>
          <a:custGeom>
            <a:avLst/>
            <a:gdLst>
              <a:gd name="textAreaLeft" fmla="*/ 0 w 194040"/>
              <a:gd name="textAreaRight" fmla="*/ 194760 w 194040"/>
              <a:gd name="textAreaTop" fmla="*/ 0 h 185400"/>
              <a:gd name="textAreaBottom" fmla="*/ 186120 h 185400"/>
            </a:gdLst>
            <a:ahLst/>
            <a:cxnLst/>
            <a:rect l="textAreaLeft" t="textAreaTop" r="textAreaRight" b="textAreaBottom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8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6" name="Google Shape;798;p2"/>
          <p:cNvSpPr/>
          <p:nvPr/>
        </p:nvSpPr>
        <p:spPr>
          <a:xfrm rot="1280400">
            <a:off x="5825880" y="1855080"/>
            <a:ext cx="194040" cy="185400"/>
          </a:xfrm>
          <a:custGeom>
            <a:avLst/>
            <a:gdLst>
              <a:gd name="textAreaLeft" fmla="*/ 0 w 194040"/>
              <a:gd name="textAreaRight" fmla="*/ 194760 w 194040"/>
              <a:gd name="textAreaTop" fmla="*/ 0 h 185400"/>
              <a:gd name="textAreaBottom" fmla="*/ 186120 h 185400"/>
            </a:gdLst>
            <a:ahLst/>
            <a:cxnLst/>
            <a:rect l="textAreaLeft" t="textAreaTop" r="textAreaRight" b="textAreaBottom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8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47" name="PlaceHolder 1"/>
          <p:cNvSpPr>
            <a:spLocks noGrp="1"/>
          </p:cNvSpPr>
          <p:nvPr>
            <p:ph type="sldNum" idx="11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4FA2AE9-70BB-40FD-94E6-F0CD5A2C7F96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1153440" y="1337760"/>
            <a:ext cx="4250160" cy="122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Classic Neural Network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2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Handwritten digits recognition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This Lesson 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Google Shape;802;p2"/>
          <p:cNvSpPr/>
          <p:nvPr/>
        </p:nvSpPr>
        <p:spPr>
          <a:xfrm>
            <a:off x="608760" y="1461960"/>
            <a:ext cx="316440" cy="302400"/>
          </a:xfrm>
          <a:custGeom>
            <a:avLst/>
            <a:gdLst>
              <a:gd name="textAreaLeft" fmla="*/ 0 w 316440"/>
              <a:gd name="textAreaRight" fmla="*/ 317160 w 316440"/>
              <a:gd name="textAreaTop" fmla="*/ 0 h 302400"/>
              <a:gd name="textAreaBottom" fmla="*/ 303120 h 302400"/>
            </a:gdLst>
            <a:ahLst/>
            <a:cxnLst/>
            <a:rect l="textAreaLeft" t="textAreaTop" r="textAreaRight" b="textAreaBottom"/>
            <a:pathLst>
              <a:path fill="none" w="15101" h="14419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cap="rnd" w="1908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51" name="Google Shape;803;p2"/>
          <p:cNvGrpSpPr/>
          <p:nvPr/>
        </p:nvGrpSpPr>
        <p:grpSpPr>
          <a:xfrm>
            <a:off x="617400" y="2142720"/>
            <a:ext cx="299160" cy="424080"/>
            <a:chOff x="617400" y="2142720"/>
            <a:chExt cx="299160" cy="424080"/>
          </a:xfrm>
        </p:grpSpPr>
        <p:sp>
          <p:nvSpPr>
            <p:cNvPr id="52" name="Google Shape;804;p2"/>
            <p:cNvSpPr/>
            <p:nvPr/>
          </p:nvSpPr>
          <p:spPr>
            <a:xfrm>
              <a:off x="617400" y="2145960"/>
              <a:ext cx="36720" cy="4208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420840"/>
                <a:gd name="textAreaBottom" fmla="*/ 421560 h 420840"/>
              </a:gdLst>
              <a:ahLst/>
              <a:cxnLst/>
              <a:rect l="textAreaLeft" t="textAreaTop" r="textAreaRight" b="textAreaBottom"/>
              <a:pathLst>
                <a:path fill="none" w="1779" h="2006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w="1908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53" name="Google Shape;805;p2"/>
            <p:cNvSpPr/>
            <p:nvPr/>
          </p:nvSpPr>
          <p:spPr>
            <a:xfrm>
              <a:off x="665640" y="2142720"/>
              <a:ext cx="250920" cy="191880"/>
            </a:xfrm>
            <a:custGeom>
              <a:avLst/>
              <a:gdLst>
                <a:gd name="textAreaLeft" fmla="*/ 0 w 250920"/>
                <a:gd name="textAreaRight" fmla="*/ 251640 w 250920"/>
                <a:gd name="textAreaTop" fmla="*/ 0 h 191880"/>
                <a:gd name="textAreaBottom" fmla="*/ 192600 h 191880"/>
              </a:gdLst>
              <a:ahLst/>
              <a:cxnLst/>
              <a:rect l="textAreaLeft" t="textAreaTop" r="textAreaRight" b="textAreaBottom"/>
              <a:pathLst>
                <a:path fill="none" w="11984" h="9158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w="1908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892480" y="804240"/>
            <a:ext cx="2079000" cy="3118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1191"/>
              </a:spcBef>
              <a:spcAft>
                <a:spcPts val="992"/>
              </a:spcAft>
              <a:buNone/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Inputs:</a:t>
            </a:r>
            <a:br>
              <a:rPr sz="3000"/>
            </a:br>
            <a:r>
              <a:rPr b="0" lang="en" sz="15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- 2 eyes</a:t>
            </a:r>
            <a:br>
              <a:rPr sz="1500"/>
            </a:br>
            <a:r>
              <a:rPr b="0" lang="en" sz="15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- 2 ears</a:t>
            </a:r>
            <a:br>
              <a:rPr sz="1500"/>
            </a:br>
            <a:r>
              <a:rPr b="0" lang="en" sz="15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- 1 nose</a:t>
            </a:r>
            <a:br>
              <a:rPr sz="1500"/>
            </a:br>
            <a:r>
              <a:rPr b="0" lang="en" sz="15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- cat's whiskers</a:t>
            </a:r>
            <a:br>
              <a:rPr sz="1500"/>
            </a:br>
            <a:r>
              <a:rPr b="0" lang="en" sz="15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- 4 legs</a:t>
            </a:r>
            <a:br>
              <a:rPr sz="1500"/>
            </a:b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Outputs:</a:t>
            </a:r>
            <a:br>
              <a:rPr sz="3000"/>
            </a:br>
            <a:r>
              <a:rPr b="0" lang="en" sz="3000" strike="noStrike" u="none">
                <a:solidFill>
                  <a:srgbClr val="ffe994"/>
                </a:solidFill>
                <a:effectLst/>
                <a:uFillTx/>
                <a:latin typeface="Titillium Web Light"/>
                <a:ea typeface="Titillium Web Light"/>
              </a:rPr>
              <a:t>Cat</a:t>
            </a:r>
            <a:br>
              <a:rPr sz="1500"/>
            </a:b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5" name="" descr=""/>
          <p:cNvPicPr/>
          <p:nvPr/>
        </p:nvPicPr>
        <p:blipFill>
          <a:blip r:embed="rId1"/>
          <a:stretch/>
        </p:blipFill>
        <p:spPr>
          <a:xfrm>
            <a:off x="885600" y="616680"/>
            <a:ext cx="3817080" cy="3817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/>
          </p:nvPr>
        </p:nvSpPr>
        <p:spPr>
          <a:xfrm>
            <a:off x="558000" y="844920"/>
            <a:ext cx="8028000" cy="3715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For linear regression: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Neural Network vs Logistic Regression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sldNum" idx="12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D58A5CE7-E126-43CD-95BC-10BCFA170842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59" name="Google Shape;813;p3" descr=""/>
          <p:cNvPicPr/>
          <p:nvPr/>
        </p:nvPicPr>
        <p:blipFill>
          <a:blip r:embed="rId1"/>
          <a:stretch/>
        </p:blipFill>
        <p:spPr>
          <a:xfrm>
            <a:off x="4658400" y="1456920"/>
            <a:ext cx="3607560" cy="2068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PlaceHolder 4"/>
          <p:cNvSpPr>
            <a:spLocks noGrp="1"/>
          </p:cNvSpPr>
          <p:nvPr>
            <p:ph type="title"/>
          </p:nvPr>
        </p:nvSpPr>
        <p:spPr>
          <a:xfrm>
            <a:off x="762120" y="1074960"/>
            <a:ext cx="768528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Logistic Regression</a:t>
            </a:r>
            <a:r>
              <a:rPr b="0" lang="en" sz="2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	</a:t>
            </a:r>
            <a:r>
              <a:rPr b="0" lang="en" sz="2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	</a:t>
            </a:r>
            <a:r>
              <a:rPr b="0" lang="en" sz="2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	</a:t>
            </a:r>
            <a:r>
              <a:rPr b="0" lang="en" sz="2400" strike="noStrike" u="none">
                <a:solidFill>
                  <a:schemeClr val="dk1"/>
                </a:solidFill>
                <a:effectLst/>
                <a:uFillTx/>
                <a:latin typeface="Titillium Web"/>
                <a:ea typeface="Titillium Web"/>
              </a:rPr>
              <a:t>Neural Network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1" name="Google Shape;815;p3" descr=""/>
          <p:cNvPicPr/>
          <p:nvPr/>
        </p:nvPicPr>
        <p:blipFill>
          <a:blip r:embed="rId2"/>
          <a:stretch/>
        </p:blipFill>
        <p:spPr>
          <a:xfrm>
            <a:off x="813240" y="1622520"/>
            <a:ext cx="3287880" cy="2135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" name="PlaceHolder 5"/>
          <p:cNvSpPr>
            <a:spLocks noGrp="1"/>
          </p:cNvSpPr>
          <p:nvPr>
            <p:ph type="title"/>
          </p:nvPr>
        </p:nvSpPr>
        <p:spPr>
          <a:xfrm>
            <a:off x="813240" y="3934080"/>
            <a:ext cx="768528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X.shape = (n, m)</a:t>
            </a: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	</a:t>
            </a: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	</a:t>
            </a: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index [l] corresponds to  layer number l = (1,L)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1371600" indent="4572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tillium Web"/>
                <a:ea typeface="Titillium Web"/>
              </a:rPr>
              <a:t>index </a:t>
            </a: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(i) </a:t>
            </a: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Titillium Web"/>
                <a:ea typeface="Titillium Web"/>
              </a:rPr>
              <a:t>corresponds</a:t>
            </a: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 to sample number i = (1,m)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/>
          </p:nvPr>
        </p:nvSpPr>
        <p:spPr>
          <a:xfrm>
            <a:off x="262440" y="803880"/>
            <a:ext cx="8588160" cy="3764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For linear regression: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sldNum" idx="13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BCAF5A3-4EDC-46A8-BD76-D5E7CF9135FC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65" name="Google Shape;823;p4" descr=""/>
          <p:cNvPicPr/>
          <p:nvPr/>
        </p:nvPicPr>
        <p:blipFill>
          <a:blip r:embed="rId1"/>
          <a:stretch/>
        </p:blipFill>
        <p:spPr>
          <a:xfrm>
            <a:off x="498600" y="1396080"/>
            <a:ext cx="5194800" cy="999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6" name="PlaceHolder 3"/>
          <p:cNvSpPr>
            <a:spLocks noGrp="1"/>
          </p:cNvSpPr>
          <p:nvPr>
            <p:ph type="title"/>
          </p:nvPr>
        </p:nvSpPr>
        <p:spPr>
          <a:xfrm>
            <a:off x="508320" y="844920"/>
            <a:ext cx="768528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Logistic Regression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title"/>
          </p:nvPr>
        </p:nvSpPr>
        <p:spPr>
          <a:xfrm>
            <a:off x="407880" y="2467800"/>
            <a:ext cx="768528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effectLst/>
                <a:uFillTx/>
                <a:latin typeface="Titillium Web"/>
                <a:ea typeface="Titillium Web"/>
              </a:rPr>
              <a:t>Neural Network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Neural Network vs Logistic Regression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9" name="Google Shape;827;p4" descr=""/>
          <p:cNvPicPr/>
          <p:nvPr/>
        </p:nvPicPr>
        <p:blipFill>
          <a:blip r:embed="rId2"/>
          <a:stretch/>
        </p:blipFill>
        <p:spPr>
          <a:xfrm>
            <a:off x="483840" y="3168000"/>
            <a:ext cx="8101800" cy="955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/>
          </p:nvPr>
        </p:nvSpPr>
        <p:spPr>
          <a:xfrm>
            <a:off x="558000" y="803880"/>
            <a:ext cx="8028360" cy="37645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For linear regression: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sldNum" idx="14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32D6667-68BD-423C-B81F-F823FF90EF30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title"/>
          </p:nvPr>
        </p:nvSpPr>
        <p:spPr>
          <a:xfrm>
            <a:off x="776880" y="900720"/>
            <a:ext cx="768528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dk1"/>
                </a:solidFill>
                <a:effectLst/>
                <a:uFillTx/>
                <a:latin typeface="Titillium Web"/>
                <a:ea typeface="Titillium Web"/>
              </a:rPr>
              <a:t>For all samples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Shallow Neural Network 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4" name="Google Shape;836;p5" descr=""/>
          <p:cNvPicPr/>
          <p:nvPr/>
        </p:nvPicPr>
        <p:blipFill>
          <a:blip r:embed="rId1"/>
          <a:stretch/>
        </p:blipFill>
        <p:spPr>
          <a:xfrm>
            <a:off x="1259640" y="1591920"/>
            <a:ext cx="4228560" cy="2494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" name="Google Shape;837;p5" descr=""/>
          <p:cNvPicPr/>
          <p:nvPr/>
        </p:nvPicPr>
        <p:blipFill>
          <a:blip r:embed="rId2"/>
          <a:stretch/>
        </p:blipFill>
        <p:spPr>
          <a:xfrm>
            <a:off x="5758560" y="1000800"/>
            <a:ext cx="2666160" cy="12567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6" name="Google Shape;838;p5" descr=""/>
          <p:cNvPicPr/>
          <p:nvPr/>
        </p:nvPicPr>
        <p:blipFill>
          <a:blip r:embed="rId3"/>
          <a:stretch/>
        </p:blipFill>
        <p:spPr>
          <a:xfrm>
            <a:off x="5758560" y="2452680"/>
            <a:ext cx="2591640" cy="888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/>
          </p:nvPr>
        </p:nvSpPr>
        <p:spPr>
          <a:xfrm>
            <a:off x="287280" y="820440"/>
            <a:ext cx="4388040" cy="37810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lt1"/>
                </a:solidFill>
                <a:effectLst/>
                <a:uFillTx/>
                <a:latin typeface="Titillium Web Light"/>
                <a:ea typeface="Titillium Web Light"/>
              </a:rPr>
              <a:t>For linear regression: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sldNum" idx="15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3FF5E4D-D4B8-4E20-B603-8F82AACE0DE3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79" name="Google Shape;855;p7" descr=""/>
          <p:cNvPicPr/>
          <p:nvPr/>
        </p:nvPicPr>
        <p:blipFill>
          <a:blip r:embed="rId1"/>
          <a:stretch/>
        </p:blipFill>
        <p:spPr>
          <a:xfrm>
            <a:off x="5195520" y="536040"/>
            <a:ext cx="3848400" cy="4352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" name="Google Shape;856;p7" descr=""/>
          <p:cNvPicPr/>
          <p:nvPr/>
        </p:nvPicPr>
        <p:blipFill>
          <a:blip r:embed="rId2"/>
          <a:stretch/>
        </p:blipFill>
        <p:spPr>
          <a:xfrm>
            <a:off x="1009080" y="1119960"/>
            <a:ext cx="3606480" cy="343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" name="PlaceHolder 3"/>
          <p:cNvSpPr>
            <a:spLocks noGrp="1"/>
          </p:cNvSpPr>
          <p:nvPr>
            <p:ph type="title"/>
          </p:nvPr>
        </p:nvSpPr>
        <p:spPr>
          <a:xfrm>
            <a:off x="739800" y="0"/>
            <a:ext cx="30988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chemeClr val="lt1"/>
                </a:solidFill>
                <a:effectLst/>
                <a:uFillTx/>
                <a:latin typeface="Titillium Web ExtraLight"/>
                <a:ea typeface="Titillium Web ExtraLight"/>
              </a:rPr>
              <a:t>Shapes Sample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/>
          </p:nvPr>
        </p:nvSpPr>
        <p:spPr>
          <a:xfrm>
            <a:off x="531360" y="803880"/>
            <a:ext cx="8188200" cy="3884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For linear regression: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Activation Functions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sldNum" idx="16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51D526C-CC85-4E5E-BD19-4A5A9756755D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85" name="Google Shape;865;p8" descr=""/>
          <p:cNvPicPr/>
          <p:nvPr/>
        </p:nvPicPr>
        <p:blipFill>
          <a:blip r:embed="rId1"/>
          <a:stretch/>
        </p:blipFill>
        <p:spPr>
          <a:xfrm>
            <a:off x="4036680" y="2817720"/>
            <a:ext cx="2297880" cy="17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" name="Google Shape;866;p8" descr=""/>
          <p:cNvPicPr/>
          <p:nvPr/>
        </p:nvPicPr>
        <p:blipFill>
          <a:blip r:embed="rId2"/>
          <a:stretch/>
        </p:blipFill>
        <p:spPr>
          <a:xfrm>
            <a:off x="4171320" y="819720"/>
            <a:ext cx="2326680" cy="1749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" name="Google Shape;867;p8" descr=""/>
          <p:cNvPicPr/>
          <p:nvPr/>
        </p:nvPicPr>
        <p:blipFill>
          <a:blip r:embed="rId3"/>
          <a:stretch/>
        </p:blipFill>
        <p:spPr>
          <a:xfrm>
            <a:off x="531360" y="2822400"/>
            <a:ext cx="2297880" cy="1738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8" name="Google Shape;868;p8" descr=""/>
          <p:cNvPicPr/>
          <p:nvPr/>
        </p:nvPicPr>
        <p:blipFill>
          <a:blip r:embed="rId4"/>
          <a:stretch/>
        </p:blipFill>
        <p:spPr>
          <a:xfrm>
            <a:off x="545760" y="818640"/>
            <a:ext cx="2297880" cy="17604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" name="Google Shape;869;p8" descr=""/>
          <p:cNvPicPr/>
          <p:nvPr/>
        </p:nvPicPr>
        <p:blipFill>
          <a:blip r:embed="rId5"/>
          <a:stretch/>
        </p:blipFill>
        <p:spPr>
          <a:xfrm>
            <a:off x="2711520" y="1048320"/>
            <a:ext cx="1545480" cy="435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" name="Google Shape;870;p8" descr=""/>
          <p:cNvPicPr/>
          <p:nvPr/>
        </p:nvPicPr>
        <p:blipFill>
          <a:blip r:embed="rId6"/>
          <a:stretch/>
        </p:blipFill>
        <p:spPr>
          <a:xfrm>
            <a:off x="6397200" y="994320"/>
            <a:ext cx="2188800" cy="481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" name="Google Shape;871;p8" descr=""/>
          <p:cNvPicPr/>
          <p:nvPr/>
        </p:nvPicPr>
        <p:blipFill>
          <a:blip r:embed="rId7"/>
          <a:stretch/>
        </p:blipFill>
        <p:spPr>
          <a:xfrm>
            <a:off x="6168600" y="3049920"/>
            <a:ext cx="2550960" cy="216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" name="Google Shape;872;p8" descr=""/>
          <p:cNvPicPr/>
          <p:nvPr/>
        </p:nvPicPr>
        <p:blipFill>
          <a:blip r:embed="rId8"/>
          <a:stretch/>
        </p:blipFill>
        <p:spPr>
          <a:xfrm>
            <a:off x="2675520" y="3045240"/>
            <a:ext cx="1481040" cy="389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" name="PlaceHolder 4"/>
          <p:cNvSpPr>
            <a:spLocks noGrp="1"/>
          </p:cNvSpPr>
          <p:nvPr>
            <p:ph type="title"/>
          </p:nvPr>
        </p:nvSpPr>
        <p:spPr>
          <a:xfrm>
            <a:off x="783360" y="2579400"/>
            <a:ext cx="180000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Rectified Linear Unit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/>
          </p:nvPr>
        </p:nvSpPr>
        <p:spPr>
          <a:xfrm>
            <a:off x="564480" y="779400"/>
            <a:ext cx="7786080" cy="3884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For linear regression: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Derivatives Of Activation Functions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sldNum" idx="17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29AB3C30-B511-463D-9896-7CF6D7F64A5A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97" name="Google Shape;881;p9" descr=""/>
          <p:cNvPicPr/>
          <p:nvPr/>
        </p:nvPicPr>
        <p:blipFill>
          <a:blip r:embed="rId1"/>
          <a:stretch/>
        </p:blipFill>
        <p:spPr>
          <a:xfrm>
            <a:off x="1169640" y="1261800"/>
            <a:ext cx="1725120" cy="1171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8" name="PlaceHolder 4"/>
          <p:cNvSpPr>
            <a:spLocks noGrp="1"/>
          </p:cNvSpPr>
          <p:nvPr>
            <p:ph type="title"/>
          </p:nvPr>
        </p:nvSpPr>
        <p:spPr>
          <a:xfrm>
            <a:off x="837360" y="1065240"/>
            <a:ext cx="180000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SIgmoid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title"/>
          </p:nvPr>
        </p:nvSpPr>
        <p:spPr>
          <a:xfrm>
            <a:off x="903600" y="2635200"/>
            <a:ext cx="180000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ReLU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0" name="Google Shape;884;p9" descr=""/>
          <p:cNvPicPr/>
          <p:nvPr/>
        </p:nvPicPr>
        <p:blipFill>
          <a:blip r:embed="rId2"/>
          <a:stretch/>
        </p:blipFill>
        <p:spPr>
          <a:xfrm>
            <a:off x="4133520" y="1275840"/>
            <a:ext cx="2419560" cy="1171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1" name="Google Shape;885;p9" descr=""/>
          <p:cNvPicPr/>
          <p:nvPr/>
        </p:nvPicPr>
        <p:blipFill>
          <a:blip r:embed="rId3"/>
          <a:stretch/>
        </p:blipFill>
        <p:spPr>
          <a:xfrm>
            <a:off x="1132200" y="3069000"/>
            <a:ext cx="1800000" cy="880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PlaceHolder 6"/>
          <p:cNvSpPr>
            <a:spLocks noGrp="1"/>
          </p:cNvSpPr>
          <p:nvPr>
            <p:ph type="title"/>
          </p:nvPr>
        </p:nvSpPr>
        <p:spPr>
          <a:xfrm>
            <a:off x="3890520" y="2635200"/>
            <a:ext cx="180000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Leaky ReLU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3" name="Google Shape;887;p9" descr=""/>
          <p:cNvPicPr/>
          <p:nvPr/>
        </p:nvPicPr>
        <p:blipFill>
          <a:blip r:embed="rId4"/>
          <a:stretch/>
        </p:blipFill>
        <p:spPr>
          <a:xfrm>
            <a:off x="4176720" y="3011400"/>
            <a:ext cx="1857600" cy="843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4" name="PlaceHolder 7"/>
          <p:cNvSpPr>
            <a:spLocks noGrp="1"/>
          </p:cNvSpPr>
          <p:nvPr>
            <p:ph type="title"/>
          </p:nvPr>
        </p:nvSpPr>
        <p:spPr>
          <a:xfrm>
            <a:off x="3890520" y="1065240"/>
            <a:ext cx="1800000" cy="389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Tanh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Two-Layer Model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sldNum" idx="18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111242C-8BDD-4C76-B689-9A8DEE7E7984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title"/>
          </p:nvPr>
        </p:nvSpPr>
        <p:spPr>
          <a:xfrm>
            <a:off x="489240" y="2709360"/>
            <a:ext cx="3514320" cy="193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6d9eeb"/>
                </a:solidFill>
                <a:effectLst/>
                <a:uFillTx/>
                <a:latin typeface="Titillium Web"/>
                <a:ea typeface="Titillium Web"/>
              </a:rPr>
              <a:t>Forward Propagation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</a:t>
            </a: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Z1 = W1 @ X + b1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A1 = np.tanh(Z1)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Z2 = W2 @ A1 + b2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A2 = sigmoid(Z2) 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loss = Y * np.log(A2) + (1-Y) * np.log(1-A2)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cost = -1/m* np.sum(loss)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title"/>
          </p:nvPr>
        </p:nvSpPr>
        <p:spPr>
          <a:xfrm>
            <a:off x="4575960" y="671760"/>
            <a:ext cx="4410360" cy="215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6d9eeb"/>
                </a:solidFill>
                <a:effectLst/>
                <a:uFillTx/>
                <a:latin typeface="Titillium Web"/>
                <a:ea typeface="Titillium Web"/>
              </a:rPr>
              <a:t>Backward Propagation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</a:t>
            </a: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dJ_Z2 = A2-Y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dJ_W2 = 1/m * dJ_Z2 @ </a:t>
            </a:r>
            <a:r>
              <a:rPr b="0" lang="en" sz="1800" strike="noStrike" u="none">
                <a:solidFill>
                  <a:srgbClr val="6d9eeb"/>
                </a:solidFill>
                <a:effectLst/>
                <a:uFillTx/>
                <a:latin typeface="Titillium Web"/>
                <a:ea typeface="Titillium Web"/>
              </a:rPr>
              <a:t>A1</a:t>
            </a: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.T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dJ_b2 = 1/m * np.sum(dJ_Z2, axis=1, keepdims= True)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dJ_Z1 = </a:t>
            </a:r>
            <a:r>
              <a:rPr b="0" lang="en" sz="1400" strike="noStrike" u="none">
                <a:solidFill>
                  <a:srgbClr val="6d9eeb"/>
                </a:solidFill>
                <a:effectLst/>
                <a:uFillTx/>
                <a:latin typeface="Titillium Web"/>
                <a:ea typeface="Titillium Web"/>
              </a:rPr>
              <a:t>W2</a:t>
            </a: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.T @ dJ_Z2 * (1 - </a:t>
            </a:r>
            <a:r>
              <a:rPr b="0" lang="en" sz="1800" strike="noStrike" u="none">
                <a:solidFill>
                  <a:srgbClr val="6d9eeb"/>
                </a:solidFill>
                <a:effectLst/>
                <a:uFillTx/>
                <a:latin typeface="Titillium Web"/>
                <a:ea typeface="Titillium Web"/>
              </a:rPr>
              <a:t>A1</a:t>
            </a: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**2)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dJ_W1 = 1/m * dJ_Z1 @ </a:t>
            </a:r>
            <a:r>
              <a:rPr b="0" lang="en" sz="1800" strike="noStrike" u="none">
                <a:solidFill>
                  <a:srgbClr val="6d9eeb"/>
                </a:solidFill>
                <a:effectLst/>
                <a:uFillTx/>
                <a:latin typeface="Titillium Web"/>
                <a:ea typeface="Titillium Web"/>
              </a:rPr>
              <a:t>X</a:t>
            </a: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.T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dJ_b1 = 1/m * np.sum(dJ_Z1, axis=1, keepdims= True)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title"/>
          </p:nvPr>
        </p:nvSpPr>
        <p:spPr>
          <a:xfrm>
            <a:off x="4575960" y="4272480"/>
            <a:ext cx="4300920" cy="632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6d9eeb"/>
                </a:solidFill>
                <a:effectLst/>
                <a:uFillTx/>
                <a:latin typeface="Titillium Web"/>
                <a:ea typeface="Titillium Web"/>
              </a:rPr>
              <a:t>Predict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predictions = A2 &gt; 0.5 (0.5 is our threshold, it could be any value)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6"/>
          <p:cNvSpPr>
            <a:spLocks noGrp="1"/>
          </p:cNvSpPr>
          <p:nvPr>
            <p:ph type="title"/>
          </p:nvPr>
        </p:nvSpPr>
        <p:spPr>
          <a:xfrm>
            <a:off x="4575960" y="3111840"/>
            <a:ext cx="3394800" cy="1242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6d9eeb"/>
                </a:solidFill>
                <a:effectLst/>
                <a:uFillTx/>
                <a:latin typeface="Titillium Web"/>
                <a:ea typeface="Titillium Web"/>
              </a:rPr>
              <a:t>Update parameters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W1 = W1 - learning_rate * dW1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b1 = b1 - learning_rate * db1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W2 = W2 - learning_rate * dW2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b2 = b2 - learning_rate * db2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PlaceHolder 7"/>
          <p:cNvSpPr>
            <a:spLocks noGrp="1"/>
          </p:cNvSpPr>
          <p:nvPr>
            <p:ph type="title"/>
          </p:nvPr>
        </p:nvSpPr>
        <p:spPr>
          <a:xfrm>
            <a:off x="7564680" y="716040"/>
            <a:ext cx="977400" cy="485640"/>
          </a:xfrm>
          <a:prstGeom prst="rect">
            <a:avLst/>
          </a:prstGeom>
          <a:noFill/>
          <a:ln w="19080">
            <a:solidFill>
              <a:srgbClr val="6d9eeb"/>
            </a:solidFill>
            <a:round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6d9eeb"/>
                </a:solidFill>
                <a:effectLst/>
                <a:uFillTx/>
                <a:latin typeface="Titillium Web"/>
                <a:ea typeface="Titillium Web"/>
              </a:rPr>
              <a:t> Cache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PlaceHolder 8"/>
          <p:cNvSpPr>
            <a:spLocks noGrp="1"/>
          </p:cNvSpPr>
          <p:nvPr>
            <p:ph type="title"/>
          </p:nvPr>
        </p:nvSpPr>
        <p:spPr>
          <a:xfrm>
            <a:off x="532800" y="836640"/>
            <a:ext cx="3740760" cy="1303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6d9eeb"/>
                </a:solidFill>
                <a:effectLst/>
                <a:uFillTx/>
                <a:latin typeface="Titillium Web"/>
                <a:ea typeface="Titillium Web"/>
              </a:rPr>
              <a:t>Init parameters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W1 = np.</a:t>
            </a:r>
            <a:r>
              <a:rPr b="0" lang="en" sz="1800" strike="noStrike" u="none">
                <a:solidFill>
                  <a:srgbClr val="6d9eeb"/>
                </a:solidFill>
                <a:effectLst/>
                <a:uFillTx/>
                <a:latin typeface="Titillium Web"/>
                <a:ea typeface="Titillium Web"/>
              </a:rPr>
              <a:t>random.randn</a:t>
            </a: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(n_h, n_x)*0.01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b1 = np.zeros(shape=(n_h, 1))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W2 = np.</a:t>
            </a:r>
            <a:r>
              <a:rPr b="0" lang="en" sz="1800" strike="noStrike" u="none">
                <a:solidFill>
                  <a:srgbClr val="6d9eeb"/>
                </a:solidFill>
                <a:effectLst/>
                <a:uFillTx/>
                <a:latin typeface="Titillium Web"/>
                <a:ea typeface="Titillium Web"/>
              </a:rPr>
              <a:t>random.randn</a:t>
            </a: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(n_y, n_h) *0.01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b2 = np.zeros(shape=(n_y, 1))</a:t>
            </a: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Sklearn Implementation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 type="sldNum" idx="19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52DA92F-0B73-4512-BFD5-7E170ED84924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 type="title"/>
          </p:nvPr>
        </p:nvSpPr>
        <p:spPr>
          <a:xfrm>
            <a:off x="532800" y="836640"/>
            <a:ext cx="7842240" cy="3731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from sklearn.neural_network import MLPClassifier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clf= MLPClassifier(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solver= 'lbfgs',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random_state=20,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hidden_layer_sizes=(20,7,10),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#     alpha=.1,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max_iter=30,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clf.fit(X_train_scaled,Y_train)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print("train accuracy= {:.3%}".format(clf.score (X_train_scaled, Y_train)))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print("test accuracy= {:.3%}".format(clf.score (X_test_scaled, Y_test)))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PlaceHolder 1"/>
          <p:cNvSpPr>
            <a:spLocks noGrp="1"/>
          </p:cNvSpPr>
          <p:nvPr>
            <p:ph type="sldNum" idx="20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FB4B7A0F-9133-4417-9C23-4A26511983FB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PlaceHolder 2"/>
          <p:cNvSpPr>
            <a:spLocks noGrp="1"/>
          </p:cNvSpPr>
          <p:nvPr>
            <p:ph type="title"/>
          </p:nvPr>
        </p:nvSpPr>
        <p:spPr>
          <a:xfrm>
            <a:off x="5840640" y="811440"/>
            <a:ext cx="2673360" cy="26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X_mk8, y_mk8 = make_blobs(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n_samples = 200,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n_features = 2,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centers = 8, 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cluster_std = 2,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random_state = 4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Y_train =  y_mk8 % 2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3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chemeClr val="lt1"/>
                </a:solidFill>
                <a:effectLst/>
                <a:uFillTx/>
                <a:latin typeface="Titillium Web ExtraLight"/>
                <a:ea typeface="Titillium Web ExtraLight"/>
              </a:rPr>
              <a:t>Synthetic Data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Google Shape;915;p12" descr=""/>
          <p:cNvPicPr/>
          <p:nvPr/>
        </p:nvPicPr>
        <p:blipFill>
          <a:blip r:embed="rId1"/>
          <a:stretch/>
        </p:blipFill>
        <p:spPr>
          <a:xfrm>
            <a:off x="497880" y="811440"/>
            <a:ext cx="4472640" cy="34290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Single Hidden Layer 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2"/>
          <p:cNvSpPr>
            <a:spLocks noGrp="1"/>
          </p:cNvSpPr>
          <p:nvPr>
            <p:ph type="sldNum" idx="21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2417AD0-2DFA-4C0E-A8B1-B3BF173B6167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2" name="Google Shape;922;p13" descr=""/>
          <p:cNvPicPr/>
          <p:nvPr/>
        </p:nvPicPr>
        <p:blipFill>
          <a:blip r:embed="rId1"/>
          <a:stretch/>
        </p:blipFill>
        <p:spPr>
          <a:xfrm>
            <a:off x="590760" y="860760"/>
            <a:ext cx="7995240" cy="3230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Regularization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sldNum" idx="22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5F7C6FE3-F151-4CC7-BF81-D2BFDC6ACB66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5" name="Google Shape;929;p14" descr=""/>
          <p:cNvPicPr/>
          <p:nvPr/>
        </p:nvPicPr>
        <p:blipFill>
          <a:blip r:embed="rId1"/>
          <a:stretch/>
        </p:blipFill>
        <p:spPr>
          <a:xfrm>
            <a:off x="1443960" y="827640"/>
            <a:ext cx="6307200" cy="37828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Activation Functions 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2"/>
          <p:cNvSpPr>
            <a:spLocks noGrp="1"/>
          </p:cNvSpPr>
          <p:nvPr>
            <p:ph type="sldNum" idx="23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41CEDF5E-B69A-4BF0-BF3D-C2FF461B99A9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28" name="Google Shape;936;p15" descr=""/>
          <p:cNvPicPr/>
          <p:nvPr/>
        </p:nvPicPr>
        <p:blipFill>
          <a:blip r:embed="rId1"/>
          <a:stretch/>
        </p:blipFill>
        <p:spPr>
          <a:xfrm>
            <a:off x="1419120" y="835920"/>
            <a:ext cx="6289920" cy="37839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Parameters 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title"/>
          </p:nvPr>
        </p:nvSpPr>
        <p:spPr>
          <a:xfrm>
            <a:off x="532800" y="836640"/>
            <a:ext cx="7833960" cy="37234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clf= MLPClassifier(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solver= 'lbfgs',    #  {‘lbfgs’, ‘sgd’, ‘adam’}, default ‘adam’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hidden_layer_sizes=(20,7,10),   # default (100)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activation = ‘tanh’, </a:t>
            </a: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	</a:t>
            </a: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# {‘identity’, ‘logistic’, ‘tanh’, ‘relu’}, default ‘relu’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alpha=0.1,  </a:t>
            </a: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	</a:t>
            </a: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# default 0.0001 - The larger alpha the stronger regularization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max_iter=30,    # default 200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    random_state=0,    # default None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)</a:t>
            </a: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sldNum" idx="24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8FE00DEC-1D09-47C9-A311-FAB9964110C6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Pros and Cons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sldNum" idx="25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4930C8D-ADAD-4804-9E5A-B14C34683A70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Google Shape;950;p17"/>
          <p:cNvSpPr/>
          <p:nvPr/>
        </p:nvSpPr>
        <p:spPr>
          <a:xfrm>
            <a:off x="739800" y="760680"/>
            <a:ext cx="3729960" cy="28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4572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Pros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Titillium Web ExtraLight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Captures complex decision boundaries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ffffff"/>
              </a:buClr>
              <a:buFont typeface="Titillium Web ExtraLight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Can be used in regression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5" name="Google Shape;951;p17"/>
          <p:cNvSpPr/>
          <p:nvPr/>
        </p:nvSpPr>
        <p:spPr>
          <a:xfrm>
            <a:off x="4695120" y="760680"/>
            <a:ext cx="3729960" cy="285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 marL="457200" indent="457200">
              <a:lnSpc>
                <a:spcPct val="100000"/>
              </a:lnSpc>
              <a:spcBef>
                <a:spcPts val="601"/>
              </a:spcBef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Cons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spcBef>
                <a:spcPts val="601"/>
              </a:spcBef>
              <a:buClr>
                <a:srgbClr val="ffffff"/>
              </a:buClr>
              <a:buFont typeface="Titillium Web ExtraLight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Require more data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ffffff"/>
              </a:buClr>
              <a:buFont typeface="Titillium Web ExtraLight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lt1"/>
                </a:solidFill>
                <a:effectLst/>
                <a:uFillTx/>
                <a:latin typeface="Titillium Web ExtraLight"/>
                <a:ea typeface="Titillium Web ExtraLight"/>
              </a:rPr>
              <a:t>Require </a:t>
            </a: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more time for  training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ffffff"/>
              </a:buClr>
              <a:buFont typeface="Titillium Web ExtraLight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lt1"/>
                </a:solidFill>
                <a:effectLst/>
                <a:uFillTx/>
                <a:latin typeface="Titillium Web ExtraLight"/>
                <a:ea typeface="Titillium Web ExtraLight"/>
              </a:rPr>
              <a:t>Require careful data preprocessing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-380880">
              <a:lnSpc>
                <a:spcPct val="100000"/>
              </a:lnSpc>
              <a:buClr>
                <a:srgbClr val="ffffff"/>
              </a:buClr>
              <a:buFont typeface="Titillium Web ExtraLight"/>
              <a:buChar char="●"/>
              <a:tabLst>
                <a:tab algn="l" pos="0"/>
              </a:tabLst>
            </a:pPr>
            <a:r>
              <a:rPr b="0" lang="en" sz="2400" strike="noStrike" u="none">
                <a:solidFill>
                  <a:schemeClr val="lt1"/>
                </a:solidFill>
                <a:effectLst/>
                <a:uFillTx/>
                <a:latin typeface="Titillium Web ExtraLight"/>
                <a:ea typeface="Titillium Web ExtraLight"/>
              </a:rPr>
              <a:t>Require model tuning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6" name="Google Shape;952;p17"/>
          <p:cNvSpPr/>
          <p:nvPr/>
        </p:nvSpPr>
        <p:spPr>
          <a:xfrm>
            <a:off x="1208520" y="991440"/>
            <a:ext cx="340200" cy="340200"/>
          </a:xfrm>
          <a:custGeom>
            <a:avLst/>
            <a:gdLst>
              <a:gd name="textAreaLeft" fmla="*/ 0 w 340200"/>
              <a:gd name="textAreaRight" fmla="*/ 340920 w 340200"/>
              <a:gd name="textAreaTop" fmla="*/ 0 h 340200"/>
              <a:gd name="textAreaBottom" fmla="*/ 340920 h 340200"/>
            </a:gdLst>
            <a:ahLst/>
            <a:cxnLst/>
            <a:rect l="textAreaLeft" t="textAreaTop" r="textAreaRight" b="textAreaBottom"/>
            <a:pathLst>
              <a:path fill="none" w="16221" h="16222">
                <a:moveTo>
                  <a:pt x="0" y="8111"/>
                </a:moveTo>
                <a:lnTo>
                  <a:pt x="0" y="8111"/>
                </a:lnTo>
                <a:lnTo>
                  <a:pt x="0" y="7697"/>
                </a:lnTo>
                <a:lnTo>
                  <a:pt x="49" y="7283"/>
                </a:lnTo>
                <a:lnTo>
                  <a:pt x="98" y="6869"/>
                </a:lnTo>
                <a:lnTo>
                  <a:pt x="171" y="6479"/>
                </a:lnTo>
                <a:lnTo>
                  <a:pt x="244" y="6090"/>
                </a:lnTo>
                <a:lnTo>
                  <a:pt x="366" y="5700"/>
                </a:lnTo>
                <a:lnTo>
                  <a:pt x="487" y="5335"/>
                </a:lnTo>
                <a:lnTo>
                  <a:pt x="634" y="4945"/>
                </a:lnTo>
                <a:lnTo>
                  <a:pt x="804" y="4604"/>
                </a:lnTo>
                <a:lnTo>
                  <a:pt x="975" y="4239"/>
                </a:lnTo>
                <a:lnTo>
                  <a:pt x="1169" y="3898"/>
                </a:lnTo>
                <a:lnTo>
                  <a:pt x="1389" y="3581"/>
                </a:lnTo>
                <a:lnTo>
                  <a:pt x="1608" y="3264"/>
                </a:lnTo>
                <a:lnTo>
                  <a:pt x="1851" y="2948"/>
                </a:lnTo>
                <a:lnTo>
                  <a:pt x="2119" y="2656"/>
                </a:lnTo>
                <a:lnTo>
                  <a:pt x="2387" y="2388"/>
                </a:lnTo>
                <a:lnTo>
                  <a:pt x="2655" y="2120"/>
                </a:lnTo>
                <a:lnTo>
                  <a:pt x="2947" y="1852"/>
                </a:lnTo>
                <a:lnTo>
                  <a:pt x="3264" y="1608"/>
                </a:lnTo>
                <a:lnTo>
                  <a:pt x="3581" y="1389"/>
                </a:lnTo>
                <a:lnTo>
                  <a:pt x="3897" y="1170"/>
                </a:lnTo>
                <a:lnTo>
                  <a:pt x="4238" y="975"/>
                </a:lnTo>
                <a:lnTo>
                  <a:pt x="4603" y="805"/>
                </a:lnTo>
                <a:lnTo>
                  <a:pt x="4944" y="634"/>
                </a:lnTo>
                <a:lnTo>
                  <a:pt x="5334" y="488"/>
                </a:lnTo>
                <a:lnTo>
                  <a:pt x="5699" y="366"/>
                </a:lnTo>
                <a:lnTo>
                  <a:pt x="6089" y="244"/>
                </a:lnTo>
                <a:lnTo>
                  <a:pt x="6479" y="171"/>
                </a:lnTo>
                <a:lnTo>
                  <a:pt x="6868" y="98"/>
                </a:lnTo>
                <a:lnTo>
                  <a:pt x="7282" y="50"/>
                </a:lnTo>
                <a:lnTo>
                  <a:pt x="7696" y="1"/>
                </a:lnTo>
                <a:lnTo>
                  <a:pt x="8111" y="1"/>
                </a:lnTo>
                <a:lnTo>
                  <a:pt x="8111" y="1"/>
                </a:lnTo>
                <a:lnTo>
                  <a:pt x="8525" y="1"/>
                </a:lnTo>
                <a:lnTo>
                  <a:pt x="8939" y="50"/>
                </a:lnTo>
                <a:lnTo>
                  <a:pt x="9353" y="98"/>
                </a:lnTo>
                <a:lnTo>
                  <a:pt x="9742" y="171"/>
                </a:lnTo>
                <a:lnTo>
                  <a:pt x="10132" y="244"/>
                </a:lnTo>
                <a:lnTo>
                  <a:pt x="10522" y="366"/>
                </a:lnTo>
                <a:lnTo>
                  <a:pt x="10911" y="488"/>
                </a:lnTo>
                <a:lnTo>
                  <a:pt x="11277" y="634"/>
                </a:lnTo>
                <a:lnTo>
                  <a:pt x="11618" y="805"/>
                </a:lnTo>
                <a:lnTo>
                  <a:pt x="11983" y="975"/>
                </a:lnTo>
                <a:lnTo>
                  <a:pt x="12324" y="1170"/>
                </a:lnTo>
                <a:lnTo>
                  <a:pt x="12641" y="1389"/>
                </a:lnTo>
                <a:lnTo>
                  <a:pt x="12957" y="1608"/>
                </a:lnTo>
                <a:lnTo>
                  <a:pt x="13274" y="1852"/>
                </a:lnTo>
                <a:lnTo>
                  <a:pt x="13566" y="2120"/>
                </a:lnTo>
                <a:lnTo>
                  <a:pt x="13834" y="2388"/>
                </a:lnTo>
                <a:lnTo>
                  <a:pt x="14126" y="2656"/>
                </a:lnTo>
                <a:lnTo>
                  <a:pt x="14370" y="2948"/>
                </a:lnTo>
                <a:lnTo>
                  <a:pt x="14613" y="3264"/>
                </a:lnTo>
                <a:lnTo>
                  <a:pt x="14832" y="3581"/>
                </a:lnTo>
                <a:lnTo>
                  <a:pt x="15052" y="3898"/>
                </a:lnTo>
                <a:lnTo>
                  <a:pt x="15247" y="4239"/>
                </a:lnTo>
                <a:lnTo>
                  <a:pt x="15417" y="4604"/>
                </a:lnTo>
                <a:lnTo>
                  <a:pt x="15587" y="4945"/>
                </a:lnTo>
                <a:lnTo>
                  <a:pt x="15734" y="5335"/>
                </a:lnTo>
                <a:lnTo>
                  <a:pt x="15855" y="5700"/>
                </a:lnTo>
                <a:lnTo>
                  <a:pt x="15977" y="6090"/>
                </a:lnTo>
                <a:lnTo>
                  <a:pt x="16050" y="6479"/>
                </a:lnTo>
                <a:lnTo>
                  <a:pt x="16123" y="6869"/>
                </a:lnTo>
                <a:lnTo>
                  <a:pt x="16172" y="7283"/>
                </a:lnTo>
                <a:lnTo>
                  <a:pt x="16221" y="7697"/>
                </a:lnTo>
                <a:lnTo>
                  <a:pt x="16221" y="8111"/>
                </a:lnTo>
                <a:lnTo>
                  <a:pt x="16221" y="8111"/>
                </a:lnTo>
                <a:lnTo>
                  <a:pt x="16221" y="8525"/>
                </a:lnTo>
                <a:lnTo>
                  <a:pt x="16172" y="8939"/>
                </a:lnTo>
                <a:lnTo>
                  <a:pt x="16123" y="9353"/>
                </a:lnTo>
                <a:lnTo>
                  <a:pt x="16050" y="9743"/>
                </a:lnTo>
                <a:lnTo>
                  <a:pt x="15977" y="10133"/>
                </a:lnTo>
                <a:lnTo>
                  <a:pt x="15855" y="10522"/>
                </a:lnTo>
                <a:lnTo>
                  <a:pt x="15734" y="10888"/>
                </a:lnTo>
                <a:lnTo>
                  <a:pt x="15587" y="11277"/>
                </a:lnTo>
                <a:lnTo>
                  <a:pt x="15417" y="11618"/>
                </a:lnTo>
                <a:lnTo>
                  <a:pt x="15247" y="11984"/>
                </a:lnTo>
                <a:lnTo>
                  <a:pt x="15052" y="12324"/>
                </a:lnTo>
                <a:lnTo>
                  <a:pt x="14832" y="12641"/>
                </a:lnTo>
                <a:lnTo>
                  <a:pt x="14613" y="12958"/>
                </a:lnTo>
                <a:lnTo>
                  <a:pt x="14370" y="13274"/>
                </a:lnTo>
                <a:lnTo>
                  <a:pt x="14126" y="13567"/>
                </a:lnTo>
                <a:lnTo>
                  <a:pt x="13834" y="13835"/>
                </a:lnTo>
                <a:lnTo>
                  <a:pt x="13566" y="14102"/>
                </a:lnTo>
                <a:lnTo>
                  <a:pt x="13274" y="14370"/>
                </a:lnTo>
                <a:lnTo>
                  <a:pt x="12957" y="14614"/>
                </a:lnTo>
                <a:lnTo>
                  <a:pt x="12641" y="14833"/>
                </a:lnTo>
                <a:lnTo>
                  <a:pt x="12324" y="15052"/>
                </a:lnTo>
                <a:lnTo>
                  <a:pt x="11983" y="15247"/>
                </a:lnTo>
                <a:lnTo>
                  <a:pt x="11618" y="15418"/>
                </a:lnTo>
                <a:lnTo>
                  <a:pt x="11277" y="15588"/>
                </a:lnTo>
                <a:lnTo>
                  <a:pt x="10911" y="15734"/>
                </a:lnTo>
                <a:lnTo>
                  <a:pt x="10522" y="15856"/>
                </a:lnTo>
                <a:lnTo>
                  <a:pt x="10132" y="15978"/>
                </a:lnTo>
                <a:lnTo>
                  <a:pt x="9742" y="16051"/>
                </a:lnTo>
                <a:lnTo>
                  <a:pt x="9353" y="16124"/>
                </a:lnTo>
                <a:lnTo>
                  <a:pt x="8939" y="16173"/>
                </a:lnTo>
                <a:lnTo>
                  <a:pt x="8525" y="16221"/>
                </a:lnTo>
                <a:lnTo>
                  <a:pt x="8111" y="16221"/>
                </a:lnTo>
                <a:lnTo>
                  <a:pt x="8111" y="16221"/>
                </a:lnTo>
                <a:lnTo>
                  <a:pt x="7696" y="16221"/>
                </a:lnTo>
                <a:lnTo>
                  <a:pt x="7282" y="16173"/>
                </a:lnTo>
                <a:lnTo>
                  <a:pt x="6868" y="16124"/>
                </a:lnTo>
                <a:lnTo>
                  <a:pt x="6479" y="16051"/>
                </a:lnTo>
                <a:lnTo>
                  <a:pt x="6089" y="15978"/>
                </a:lnTo>
                <a:lnTo>
                  <a:pt x="5699" y="15856"/>
                </a:lnTo>
                <a:lnTo>
                  <a:pt x="5334" y="15734"/>
                </a:lnTo>
                <a:lnTo>
                  <a:pt x="4944" y="15588"/>
                </a:lnTo>
                <a:lnTo>
                  <a:pt x="4603" y="15418"/>
                </a:lnTo>
                <a:lnTo>
                  <a:pt x="4238" y="15247"/>
                </a:lnTo>
                <a:lnTo>
                  <a:pt x="3897" y="15052"/>
                </a:lnTo>
                <a:lnTo>
                  <a:pt x="3581" y="14833"/>
                </a:lnTo>
                <a:lnTo>
                  <a:pt x="3264" y="14614"/>
                </a:lnTo>
                <a:lnTo>
                  <a:pt x="2947" y="14370"/>
                </a:lnTo>
                <a:lnTo>
                  <a:pt x="2655" y="14102"/>
                </a:lnTo>
                <a:lnTo>
                  <a:pt x="2387" y="13835"/>
                </a:lnTo>
                <a:lnTo>
                  <a:pt x="2119" y="13567"/>
                </a:lnTo>
                <a:lnTo>
                  <a:pt x="1851" y="13274"/>
                </a:lnTo>
                <a:lnTo>
                  <a:pt x="1608" y="12958"/>
                </a:lnTo>
                <a:lnTo>
                  <a:pt x="1389" y="12641"/>
                </a:lnTo>
                <a:lnTo>
                  <a:pt x="1169" y="12324"/>
                </a:lnTo>
                <a:lnTo>
                  <a:pt x="975" y="11984"/>
                </a:lnTo>
                <a:lnTo>
                  <a:pt x="804" y="11618"/>
                </a:lnTo>
                <a:lnTo>
                  <a:pt x="634" y="11277"/>
                </a:lnTo>
                <a:lnTo>
                  <a:pt x="487" y="10888"/>
                </a:lnTo>
                <a:lnTo>
                  <a:pt x="366" y="10522"/>
                </a:lnTo>
                <a:lnTo>
                  <a:pt x="244" y="10133"/>
                </a:lnTo>
                <a:lnTo>
                  <a:pt x="171" y="9743"/>
                </a:lnTo>
                <a:lnTo>
                  <a:pt x="98" y="9353"/>
                </a:lnTo>
                <a:lnTo>
                  <a:pt x="49" y="8939"/>
                </a:lnTo>
                <a:lnTo>
                  <a:pt x="0" y="8525"/>
                </a:lnTo>
                <a:lnTo>
                  <a:pt x="0" y="8111"/>
                </a:lnTo>
                <a:lnTo>
                  <a:pt x="0" y="8111"/>
                </a:lnTo>
                <a:close/>
                <a:moveTo>
                  <a:pt x="7234" y="11180"/>
                </a:moveTo>
                <a:lnTo>
                  <a:pt x="7234" y="11180"/>
                </a:lnTo>
                <a:lnTo>
                  <a:pt x="7282" y="11180"/>
                </a:lnTo>
                <a:lnTo>
                  <a:pt x="7282" y="11180"/>
                </a:lnTo>
                <a:lnTo>
                  <a:pt x="7453" y="11155"/>
                </a:lnTo>
                <a:lnTo>
                  <a:pt x="7623" y="11082"/>
                </a:lnTo>
                <a:lnTo>
                  <a:pt x="7794" y="10985"/>
                </a:lnTo>
                <a:lnTo>
                  <a:pt x="7916" y="10863"/>
                </a:lnTo>
                <a:lnTo>
                  <a:pt x="12007" y="6747"/>
                </a:lnTo>
                <a:lnTo>
                  <a:pt x="12007" y="6747"/>
                </a:lnTo>
                <a:lnTo>
                  <a:pt x="12105" y="6625"/>
                </a:lnTo>
                <a:lnTo>
                  <a:pt x="12153" y="6504"/>
                </a:lnTo>
                <a:lnTo>
                  <a:pt x="12202" y="6358"/>
                </a:lnTo>
                <a:lnTo>
                  <a:pt x="12202" y="6211"/>
                </a:lnTo>
                <a:lnTo>
                  <a:pt x="12202" y="6211"/>
                </a:lnTo>
                <a:lnTo>
                  <a:pt x="12178" y="6017"/>
                </a:lnTo>
                <a:lnTo>
                  <a:pt x="12129" y="5822"/>
                </a:lnTo>
                <a:lnTo>
                  <a:pt x="12032" y="5676"/>
                </a:lnTo>
                <a:lnTo>
                  <a:pt x="11886" y="5529"/>
                </a:lnTo>
                <a:lnTo>
                  <a:pt x="11886" y="5529"/>
                </a:lnTo>
                <a:lnTo>
                  <a:pt x="11764" y="5432"/>
                </a:lnTo>
                <a:lnTo>
                  <a:pt x="11618" y="5383"/>
                </a:lnTo>
                <a:lnTo>
                  <a:pt x="11472" y="5335"/>
                </a:lnTo>
                <a:lnTo>
                  <a:pt x="11325" y="5335"/>
                </a:lnTo>
                <a:lnTo>
                  <a:pt x="11325" y="5335"/>
                </a:lnTo>
                <a:lnTo>
                  <a:pt x="11131" y="5359"/>
                </a:lnTo>
                <a:lnTo>
                  <a:pt x="10960" y="5408"/>
                </a:lnTo>
                <a:lnTo>
                  <a:pt x="10790" y="5505"/>
                </a:lnTo>
                <a:lnTo>
                  <a:pt x="10643" y="5651"/>
                </a:lnTo>
                <a:lnTo>
                  <a:pt x="7161" y="8988"/>
                </a:lnTo>
                <a:lnTo>
                  <a:pt x="5797" y="7648"/>
                </a:lnTo>
                <a:lnTo>
                  <a:pt x="5797" y="7648"/>
                </a:lnTo>
                <a:lnTo>
                  <a:pt x="5675" y="7527"/>
                </a:lnTo>
                <a:lnTo>
                  <a:pt x="5505" y="7454"/>
                </a:lnTo>
                <a:lnTo>
                  <a:pt x="5358" y="7405"/>
                </a:lnTo>
                <a:lnTo>
                  <a:pt x="5188" y="7380"/>
                </a:lnTo>
                <a:lnTo>
                  <a:pt x="5188" y="7380"/>
                </a:lnTo>
                <a:lnTo>
                  <a:pt x="5017" y="7405"/>
                </a:lnTo>
                <a:lnTo>
                  <a:pt x="4847" y="7454"/>
                </a:lnTo>
                <a:lnTo>
                  <a:pt x="4701" y="7527"/>
                </a:lnTo>
                <a:lnTo>
                  <a:pt x="4555" y="7648"/>
                </a:lnTo>
                <a:lnTo>
                  <a:pt x="4555" y="7648"/>
                </a:lnTo>
                <a:lnTo>
                  <a:pt x="4457" y="7770"/>
                </a:lnTo>
                <a:lnTo>
                  <a:pt x="4360" y="7916"/>
                </a:lnTo>
                <a:lnTo>
                  <a:pt x="4311" y="8087"/>
                </a:lnTo>
                <a:lnTo>
                  <a:pt x="4311" y="8257"/>
                </a:lnTo>
                <a:lnTo>
                  <a:pt x="4311" y="8257"/>
                </a:lnTo>
                <a:lnTo>
                  <a:pt x="4311" y="8428"/>
                </a:lnTo>
                <a:lnTo>
                  <a:pt x="4360" y="8598"/>
                </a:lnTo>
                <a:lnTo>
                  <a:pt x="4457" y="8744"/>
                </a:lnTo>
                <a:lnTo>
                  <a:pt x="4555" y="8890"/>
                </a:lnTo>
                <a:lnTo>
                  <a:pt x="6601" y="10936"/>
                </a:lnTo>
                <a:lnTo>
                  <a:pt x="6601" y="10936"/>
                </a:lnTo>
                <a:lnTo>
                  <a:pt x="6747" y="11034"/>
                </a:lnTo>
                <a:lnTo>
                  <a:pt x="6893" y="11131"/>
                </a:lnTo>
                <a:lnTo>
                  <a:pt x="7063" y="11180"/>
                </a:lnTo>
                <a:lnTo>
                  <a:pt x="7234" y="11180"/>
                </a:lnTo>
                <a:lnTo>
                  <a:pt x="7234" y="11180"/>
                </a:lnTo>
                <a:close/>
              </a:path>
            </a:pathLst>
          </a:custGeom>
          <a:noFill/>
          <a:ln cap="rnd" w="1908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7" name="Google Shape;953;p17"/>
          <p:cNvSpPr/>
          <p:nvPr/>
        </p:nvSpPr>
        <p:spPr>
          <a:xfrm>
            <a:off x="5171760" y="1013040"/>
            <a:ext cx="340200" cy="297000"/>
          </a:xfrm>
          <a:custGeom>
            <a:avLst/>
            <a:gdLst>
              <a:gd name="textAreaLeft" fmla="*/ 0 w 340200"/>
              <a:gd name="textAreaRight" fmla="*/ 340920 w 340200"/>
              <a:gd name="textAreaTop" fmla="*/ 0 h 297000"/>
              <a:gd name="textAreaBottom" fmla="*/ 297720 h 297000"/>
            </a:gdLst>
            <a:ahLst/>
            <a:cxnLst/>
            <a:rect l="textAreaLeft" t="textAreaTop" r="textAreaRight" b="textAreaBottom"/>
            <a:pathLst>
              <a:path fill="none" w="16221" h="14176">
                <a:moveTo>
                  <a:pt x="16075" y="12665"/>
                </a:moveTo>
                <a:lnTo>
                  <a:pt x="8987" y="488"/>
                </a:lnTo>
                <a:lnTo>
                  <a:pt x="8987" y="488"/>
                </a:lnTo>
                <a:lnTo>
                  <a:pt x="8914" y="390"/>
                </a:lnTo>
                <a:lnTo>
                  <a:pt x="8817" y="293"/>
                </a:lnTo>
                <a:lnTo>
                  <a:pt x="8720" y="196"/>
                </a:lnTo>
                <a:lnTo>
                  <a:pt x="8622" y="123"/>
                </a:lnTo>
                <a:lnTo>
                  <a:pt x="8500" y="74"/>
                </a:lnTo>
                <a:lnTo>
                  <a:pt x="8379" y="25"/>
                </a:lnTo>
                <a:lnTo>
                  <a:pt x="8232" y="1"/>
                </a:lnTo>
                <a:lnTo>
                  <a:pt x="8111" y="1"/>
                </a:lnTo>
                <a:lnTo>
                  <a:pt x="8111" y="1"/>
                </a:lnTo>
                <a:lnTo>
                  <a:pt x="7965" y="1"/>
                </a:lnTo>
                <a:lnTo>
                  <a:pt x="7843" y="25"/>
                </a:lnTo>
                <a:lnTo>
                  <a:pt x="7721" y="74"/>
                </a:lnTo>
                <a:lnTo>
                  <a:pt x="7599" y="123"/>
                </a:lnTo>
                <a:lnTo>
                  <a:pt x="7502" y="196"/>
                </a:lnTo>
                <a:lnTo>
                  <a:pt x="7404" y="293"/>
                </a:lnTo>
                <a:lnTo>
                  <a:pt x="7307" y="390"/>
                </a:lnTo>
                <a:lnTo>
                  <a:pt x="7234" y="488"/>
                </a:lnTo>
                <a:lnTo>
                  <a:pt x="147" y="12665"/>
                </a:lnTo>
                <a:lnTo>
                  <a:pt x="147" y="12665"/>
                </a:lnTo>
                <a:lnTo>
                  <a:pt x="74" y="12787"/>
                </a:lnTo>
                <a:lnTo>
                  <a:pt x="25" y="12909"/>
                </a:lnTo>
                <a:lnTo>
                  <a:pt x="0" y="13031"/>
                </a:lnTo>
                <a:lnTo>
                  <a:pt x="0" y="13177"/>
                </a:lnTo>
                <a:lnTo>
                  <a:pt x="0" y="13177"/>
                </a:lnTo>
                <a:lnTo>
                  <a:pt x="0" y="13299"/>
                </a:lnTo>
                <a:lnTo>
                  <a:pt x="25" y="13420"/>
                </a:lnTo>
                <a:lnTo>
                  <a:pt x="74" y="13567"/>
                </a:lnTo>
                <a:lnTo>
                  <a:pt x="147" y="13688"/>
                </a:lnTo>
                <a:lnTo>
                  <a:pt x="147" y="13688"/>
                </a:lnTo>
                <a:lnTo>
                  <a:pt x="220" y="13786"/>
                </a:lnTo>
                <a:lnTo>
                  <a:pt x="293" y="13883"/>
                </a:lnTo>
                <a:lnTo>
                  <a:pt x="390" y="13981"/>
                </a:lnTo>
                <a:lnTo>
                  <a:pt x="512" y="14054"/>
                </a:lnTo>
                <a:lnTo>
                  <a:pt x="634" y="14102"/>
                </a:lnTo>
                <a:lnTo>
                  <a:pt x="755" y="14151"/>
                </a:lnTo>
                <a:lnTo>
                  <a:pt x="877" y="14175"/>
                </a:lnTo>
                <a:lnTo>
                  <a:pt x="1023" y="14175"/>
                </a:lnTo>
                <a:lnTo>
                  <a:pt x="15198" y="14175"/>
                </a:lnTo>
                <a:lnTo>
                  <a:pt x="15198" y="14175"/>
                </a:lnTo>
                <a:lnTo>
                  <a:pt x="15344" y="14175"/>
                </a:lnTo>
                <a:lnTo>
                  <a:pt x="15466" y="14151"/>
                </a:lnTo>
                <a:lnTo>
                  <a:pt x="15588" y="14102"/>
                </a:lnTo>
                <a:lnTo>
                  <a:pt x="15709" y="14054"/>
                </a:lnTo>
                <a:lnTo>
                  <a:pt x="15831" y="13981"/>
                </a:lnTo>
                <a:lnTo>
                  <a:pt x="15929" y="13883"/>
                </a:lnTo>
                <a:lnTo>
                  <a:pt x="16002" y="13786"/>
                </a:lnTo>
                <a:lnTo>
                  <a:pt x="16075" y="13688"/>
                </a:lnTo>
                <a:lnTo>
                  <a:pt x="16075" y="13688"/>
                </a:lnTo>
                <a:lnTo>
                  <a:pt x="16148" y="13567"/>
                </a:lnTo>
                <a:lnTo>
                  <a:pt x="16197" y="13420"/>
                </a:lnTo>
                <a:lnTo>
                  <a:pt x="16221" y="13299"/>
                </a:lnTo>
                <a:lnTo>
                  <a:pt x="16221" y="13177"/>
                </a:lnTo>
                <a:lnTo>
                  <a:pt x="16221" y="13177"/>
                </a:lnTo>
                <a:lnTo>
                  <a:pt x="16221" y="13031"/>
                </a:lnTo>
                <a:lnTo>
                  <a:pt x="16197" y="12909"/>
                </a:lnTo>
                <a:lnTo>
                  <a:pt x="16148" y="12787"/>
                </a:lnTo>
                <a:lnTo>
                  <a:pt x="16075" y="12665"/>
                </a:lnTo>
                <a:lnTo>
                  <a:pt x="16075" y="12665"/>
                </a:lnTo>
                <a:close/>
                <a:moveTo>
                  <a:pt x="8111" y="12349"/>
                </a:moveTo>
                <a:lnTo>
                  <a:pt x="8111" y="12349"/>
                </a:lnTo>
                <a:lnTo>
                  <a:pt x="7916" y="12324"/>
                </a:lnTo>
                <a:lnTo>
                  <a:pt x="7721" y="12276"/>
                </a:lnTo>
                <a:lnTo>
                  <a:pt x="7575" y="12178"/>
                </a:lnTo>
                <a:lnTo>
                  <a:pt x="7429" y="12057"/>
                </a:lnTo>
                <a:lnTo>
                  <a:pt x="7307" y="11910"/>
                </a:lnTo>
                <a:lnTo>
                  <a:pt x="7210" y="11764"/>
                </a:lnTo>
                <a:lnTo>
                  <a:pt x="7161" y="11569"/>
                </a:lnTo>
                <a:lnTo>
                  <a:pt x="7136" y="11375"/>
                </a:lnTo>
                <a:lnTo>
                  <a:pt x="7136" y="11375"/>
                </a:lnTo>
                <a:lnTo>
                  <a:pt x="7161" y="11180"/>
                </a:lnTo>
                <a:lnTo>
                  <a:pt x="7210" y="11009"/>
                </a:lnTo>
                <a:lnTo>
                  <a:pt x="7307" y="10839"/>
                </a:lnTo>
                <a:lnTo>
                  <a:pt x="7429" y="10693"/>
                </a:lnTo>
                <a:lnTo>
                  <a:pt x="7575" y="10571"/>
                </a:lnTo>
                <a:lnTo>
                  <a:pt x="7721" y="10473"/>
                </a:lnTo>
                <a:lnTo>
                  <a:pt x="7916" y="10425"/>
                </a:lnTo>
                <a:lnTo>
                  <a:pt x="8111" y="10400"/>
                </a:lnTo>
                <a:lnTo>
                  <a:pt x="8111" y="10400"/>
                </a:lnTo>
                <a:lnTo>
                  <a:pt x="8306" y="10425"/>
                </a:lnTo>
                <a:lnTo>
                  <a:pt x="8476" y="10473"/>
                </a:lnTo>
                <a:lnTo>
                  <a:pt x="8646" y="10571"/>
                </a:lnTo>
                <a:lnTo>
                  <a:pt x="8793" y="10693"/>
                </a:lnTo>
                <a:lnTo>
                  <a:pt x="8914" y="10839"/>
                </a:lnTo>
                <a:lnTo>
                  <a:pt x="9012" y="11009"/>
                </a:lnTo>
                <a:lnTo>
                  <a:pt x="9061" y="11180"/>
                </a:lnTo>
                <a:lnTo>
                  <a:pt x="9085" y="11375"/>
                </a:lnTo>
                <a:lnTo>
                  <a:pt x="9085" y="11375"/>
                </a:lnTo>
                <a:lnTo>
                  <a:pt x="9061" y="11569"/>
                </a:lnTo>
                <a:lnTo>
                  <a:pt x="9012" y="11764"/>
                </a:lnTo>
                <a:lnTo>
                  <a:pt x="8914" y="11910"/>
                </a:lnTo>
                <a:lnTo>
                  <a:pt x="8793" y="12057"/>
                </a:lnTo>
                <a:lnTo>
                  <a:pt x="8646" y="12178"/>
                </a:lnTo>
                <a:lnTo>
                  <a:pt x="8476" y="12276"/>
                </a:lnTo>
                <a:lnTo>
                  <a:pt x="8306" y="12324"/>
                </a:lnTo>
                <a:lnTo>
                  <a:pt x="8111" y="12349"/>
                </a:lnTo>
                <a:lnTo>
                  <a:pt x="8111" y="12349"/>
                </a:lnTo>
                <a:close/>
                <a:moveTo>
                  <a:pt x="9231" y="5091"/>
                </a:moveTo>
                <a:lnTo>
                  <a:pt x="8939" y="8915"/>
                </a:lnTo>
                <a:lnTo>
                  <a:pt x="8939" y="8915"/>
                </a:lnTo>
                <a:lnTo>
                  <a:pt x="8914" y="9061"/>
                </a:lnTo>
                <a:lnTo>
                  <a:pt x="8866" y="9207"/>
                </a:lnTo>
                <a:lnTo>
                  <a:pt x="8793" y="9304"/>
                </a:lnTo>
                <a:lnTo>
                  <a:pt x="8695" y="9426"/>
                </a:lnTo>
                <a:lnTo>
                  <a:pt x="8573" y="9499"/>
                </a:lnTo>
                <a:lnTo>
                  <a:pt x="8452" y="9572"/>
                </a:lnTo>
                <a:lnTo>
                  <a:pt x="8330" y="9621"/>
                </a:lnTo>
                <a:lnTo>
                  <a:pt x="8184" y="9621"/>
                </a:lnTo>
                <a:lnTo>
                  <a:pt x="8038" y="9621"/>
                </a:lnTo>
                <a:lnTo>
                  <a:pt x="8038" y="9621"/>
                </a:lnTo>
                <a:lnTo>
                  <a:pt x="7891" y="9621"/>
                </a:lnTo>
                <a:lnTo>
                  <a:pt x="7770" y="9572"/>
                </a:lnTo>
                <a:lnTo>
                  <a:pt x="7648" y="9499"/>
                </a:lnTo>
                <a:lnTo>
                  <a:pt x="7526" y="9426"/>
                </a:lnTo>
                <a:lnTo>
                  <a:pt x="7429" y="9304"/>
                </a:lnTo>
                <a:lnTo>
                  <a:pt x="7356" y="9207"/>
                </a:lnTo>
                <a:lnTo>
                  <a:pt x="7307" y="9061"/>
                </a:lnTo>
                <a:lnTo>
                  <a:pt x="7283" y="8915"/>
                </a:lnTo>
                <a:lnTo>
                  <a:pt x="6990" y="5091"/>
                </a:lnTo>
                <a:lnTo>
                  <a:pt x="6990" y="5091"/>
                </a:lnTo>
                <a:lnTo>
                  <a:pt x="7015" y="4945"/>
                </a:lnTo>
                <a:lnTo>
                  <a:pt x="7039" y="4823"/>
                </a:lnTo>
                <a:lnTo>
                  <a:pt x="7088" y="4701"/>
                </a:lnTo>
                <a:lnTo>
                  <a:pt x="7161" y="4604"/>
                </a:lnTo>
                <a:lnTo>
                  <a:pt x="7258" y="4506"/>
                </a:lnTo>
                <a:lnTo>
                  <a:pt x="7380" y="4433"/>
                </a:lnTo>
                <a:lnTo>
                  <a:pt x="7526" y="4409"/>
                </a:lnTo>
                <a:lnTo>
                  <a:pt x="7648" y="4385"/>
                </a:lnTo>
                <a:lnTo>
                  <a:pt x="8573" y="4385"/>
                </a:lnTo>
                <a:lnTo>
                  <a:pt x="8573" y="4385"/>
                </a:lnTo>
                <a:lnTo>
                  <a:pt x="8695" y="4409"/>
                </a:lnTo>
                <a:lnTo>
                  <a:pt x="8841" y="4433"/>
                </a:lnTo>
                <a:lnTo>
                  <a:pt x="8963" y="4506"/>
                </a:lnTo>
                <a:lnTo>
                  <a:pt x="9061" y="4604"/>
                </a:lnTo>
                <a:lnTo>
                  <a:pt x="9134" y="4701"/>
                </a:lnTo>
                <a:lnTo>
                  <a:pt x="9182" y="4823"/>
                </a:lnTo>
                <a:lnTo>
                  <a:pt x="9207" y="4945"/>
                </a:lnTo>
                <a:lnTo>
                  <a:pt x="9231" y="5091"/>
                </a:lnTo>
                <a:lnTo>
                  <a:pt x="9231" y="5091"/>
                </a:lnTo>
                <a:close/>
              </a:path>
            </a:pathLst>
          </a:custGeom>
          <a:noFill/>
          <a:ln cap="rnd" w="19080">
            <a:solidFill>
              <a:srgbClr val="a4c2f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/>
          </p:nvPr>
        </p:nvSpPr>
        <p:spPr>
          <a:xfrm>
            <a:off x="565920" y="817560"/>
            <a:ext cx="8019720" cy="4073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For linear regression: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Neurons 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sldNum" idx="26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1FC2F2D-EB1F-45D8-B07A-AB29AD48873E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1" name="Google Shape;961;p18" descr=""/>
          <p:cNvPicPr/>
          <p:nvPr/>
        </p:nvPicPr>
        <p:blipFill>
          <a:blip r:embed="rId1"/>
          <a:stretch/>
        </p:blipFill>
        <p:spPr>
          <a:xfrm>
            <a:off x="5114520" y="982440"/>
            <a:ext cx="3310560" cy="2250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2" name="Google Shape;962;p18" descr=""/>
          <p:cNvPicPr/>
          <p:nvPr/>
        </p:nvPicPr>
        <p:blipFill>
          <a:blip r:embed="rId2"/>
          <a:stretch/>
        </p:blipFill>
        <p:spPr>
          <a:xfrm>
            <a:off x="2181600" y="2431440"/>
            <a:ext cx="2815920" cy="230724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43" name="Google Shape;963;p18" descr=""/>
          <p:cNvPicPr/>
          <p:nvPr/>
        </p:nvPicPr>
        <p:blipFill>
          <a:blip r:embed="rId3"/>
          <a:stretch/>
        </p:blipFill>
        <p:spPr>
          <a:xfrm>
            <a:off x="685080" y="893520"/>
            <a:ext cx="3259800" cy="175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/>
          </p:nvPr>
        </p:nvSpPr>
        <p:spPr>
          <a:xfrm>
            <a:off x="565920" y="817560"/>
            <a:ext cx="8019720" cy="40737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For linear regression: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Neural Networks Types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6" name="Google Shape;970;p19" descr=""/>
          <p:cNvPicPr/>
          <p:nvPr/>
        </p:nvPicPr>
        <p:blipFill>
          <a:blip r:embed="rId1"/>
          <a:stretch/>
        </p:blipFill>
        <p:spPr>
          <a:xfrm>
            <a:off x="3440160" y="3241080"/>
            <a:ext cx="4941000" cy="129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7" name="PlaceHolder 3"/>
          <p:cNvSpPr>
            <a:spLocks noGrp="1"/>
          </p:cNvSpPr>
          <p:nvPr>
            <p:ph type="sldNum" idx="27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92F5CA6-9F51-40B1-BB6C-C901A7214B8E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48" name="Google Shape;972;p19" descr=""/>
          <p:cNvPicPr/>
          <p:nvPr/>
        </p:nvPicPr>
        <p:blipFill>
          <a:blip r:embed="rId2"/>
          <a:stretch/>
        </p:blipFill>
        <p:spPr>
          <a:xfrm>
            <a:off x="642240" y="1407240"/>
            <a:ext cx="3319200" cy="1627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9" name="PlaceHolder 4"/>
          <p:cNvSpPr>
            <a:spLocks noGrp="1"/>
          </p:cNvSpPr>
          <p:nvPr>
            <p:ph type="title"/>
          </p:nvPr>
        </p:nvSpPr>
        <p:spPr>
          <a:xfrm>
            <a:off x="739800" y="817560"/>
            <a:ext cx="29361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Standard NN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PlaceHolder 5"/>
          <p:cNvSpPr>
            <a:spLocks noGrp="1"/>
          </p:cNvSpPr>
          <p:nvPr>
            <p:ph type="title"/>
          </p:nvPr>
        </p:nvSpPr>
        <p:spPr>
          <a:xfrm>
            <a:off x="4442400" y="835920"/>
            <a:ext cx="29361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Convolutional NN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6"/>
          <p:cNvSpPr>
            <a:spLocks noGrp="1"/>
          </p:cNvSpPr>
          <p:nvPr>
            <p:ph type="title"/>
          </p:nvPr>
        </p:nvSpPr>
        <p:spPr>
          <a:xfrm>
            <a:off x="1150560" y="3531600"/>
            <a:ext cx="211464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000000"/>
                </a:solidFill>
                <a:effectLst/>
                <a:uFillTx/>
                <a:latin typeface="Titillium Web"/>
                <a:ea typeface="Titillium Web"/>
              </a:rPr>
              <a:t>Recurrent NN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52" name="Google Shape;976;p19" descr=""/>
          <p:cNvPicPr/>
          <p:nvPr/>
        </p:nvPicPr>
        <p:blipFill>
          <a:blip r:embed="rId3"/>
          <a:stretch/>
        </p:blipFill>
        <p:spPr>
          <a:xfrm>
            <a:off x="4428000" y="1383840"/>
            <a:ext cx="3844440" cy="15901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/>
          </p:nvPr>
        </p:nvSpPr>
        <p:spPr>
          <a:xfrm>
            <a:off x="565920" y="689040"/>
            <a:ext cx="7940160" cy="4202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1440" rIns="91440" tIns="91440" bIns="91440" anchor="t">
            <a:noAutofit/>
          </a:bodyPr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For linear regression:</a:t>
            </a:r>
            <a:endParaRPr b="0" lang="en-US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sldNum" idx="28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705222FE-78F3-409B-9028-4CE69B04759A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55" name="Google Shape;983;p20" descr=""/>
          <p:cNvPicPr/>
          <p:nvPr/>
        </p:nvPicPr>
        <p:blipFill>
          <a:blip r:embed="rId1"/>
          <a:stretch/>
        </p:blipFill>
        <p:spPr>
          <a:xfrm>
            <a:off x="1427760" y="703800"/>
            <a:ext cx="5757120" cy="19443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56" name="Google Shape;984;p20" descr=""/>
          <p:cNvPicPr/>
          <p:nvPr/>
        </p:nvPicPr>
        <p:blipFill>
          <a:blip r:embed="rId2"/>
          <a:stretch/>
        </p:blipFill>
        <p:spPr>
          <a:xfrm>
            <a:off x="1629000" y="2830680"/>
            <a:ext cx="5659200" cy="2060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PlaceHolder 3"/>
          <p:cNvSpPr>
            <a:spLocks noGrp="1"/>
          </p:cNvSpPr>
          <p:nvPr>
            <p:ph type="title"/>
          </p:nvPr>
        </p:nvSpPr>
        <p:spPr>
          <a:xfrm>
            <a:off x="739800" y="100080"/>
            <a:ext cx="768528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Feature Extraction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Num" idx="29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CCF39CF7-CFC3-485A-BF88-2CC7C8548E82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1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title"/>
          </p:nvPr>
        </p:nvSpPr>
        <p:spPr>
          <a:xfrm>
            <a:off x="739800" y="100080"/>
            <a:ext cx="768528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Feature Extraction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0" name="" descr=""/>
          <p:cNvPicPr/>
          <p:nvPr/>
        </p:nvPicPr>
        <p:blipFill>
          <a:blip r:embed="rId1"/>
          <a:stretch/>
        </p:blipFill>
        <p:spPr>
          <a:xfrm>
            <a:off x="2151000" y="936360"/>
            <a:ext cx="4939560" cy="39200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title"/>
          </p:nvPr>
        </p:nvSpPr>
        <p:spPr>
          <a:xfrm>
            <a:off x="73980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ExtraLight"/>
                <a:ea typeface="Titillium Web ExtraLight"/>
              </a:rPr>
              <a:t>Handwritten Digits Sample 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PlaceHolder 2"/>
          <p:cNvSpPr>
            <a:spLocks noGrp="1"/>
          </p:cNvSpPr>
          <p:nvPr>
            <p:ph type="sldNum" idx="30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6DDD5B5C-A2C8-4B8A-8C99-0F94D5D9EA57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pic>
        <p:nvPicPr>
          <p:cNvPr id="163" name="Google Shape;992;p21" descr=""/>
          <p:cNvPicPr/>
          <p:nvPr/>
        </p:nvPicPr>
        <p:blipFill>
          <a:blip r:embed="rId1"/>
          <a:stretch/>
        </p:blipFill>
        <p:spPr>
          <a:xfrm>
            <a:off x="1391040" y="852480"/>
            <a:ext cx="6009480" cy="343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1197720" y="1287000"/>
            <a:ext cx="3411720" cy="2632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lt1"/>
                </a:solidFill>
                <a:effectLst/>
                <a:uFillTx/>
                <a:latin typeface="Titillium Web Light"/>
                <a:ea typeface="Titillium Web Light"/>
              </a:rPr>
              <a:t>Use load_breast_cancer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lt1"/>
                </a:solidFill>
                <a:effectLst/>
                <a:uFillTx/>
                <a:latin typeface="Titillium Web Light"/>
                <a:ea typeface="Titillium Web Light"/>
              </a:rPr>
              <a:t>and classify with MLP 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lt1"/>
                </a:solidFill>
                <a:effectLst/>
                <a:uFillTx/>
                <a:latin typeface="Titillium Web Light"/>
                <a:ea typeface="Titillium Web Light"/>
              </a:rPr>
              <a:t>Use the signs data set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indent="0">
              <a:lnSpc>
                <a:spcPct val="150000"/>
              </a:lnSpc>
              <a:buNone/>
              <a:tabLst>
                <a:tab algn="l" pos="0"/>
              </a:tabLst>
            </a:pPr>
            <a:r>
              <a:rPr b="0" lang="en" sz="2400" strike="noStrike" u="none">
                <a:solidFill>
                  <a:schemeClr val="lt1"/>
                </a:solidFill>
                <a:effectLst/>
                <a:uFillTx/>
                <a:latin typeface="Titillium Web Light"/>
                <a:ea typeface="Titillium Web Light"/>
              </a:rPr>
              <a:t>and classify with MLP  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50000"/>
              </a:lnSpc>
              <a:buNone/>
              <a:tabLst>
                <a:tab algn="l" pos="0"/>
              </a:tabLst>
            </a:pPr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65" name="Google Shape;998;p22" descr=""/>
          <p:cNvPicPr/>
          <p:nvPr/>
        </p:nvPicPr>
        <p:blipFill>
          <a:blip r:embed="rId1"/>
          <a:stretch/>
        </p:blipFill>
        <p:spPr>
          <a:xfrm>
            <a:off x="5243760" y="1287000"/>
            <a:ext cx="3579840" cy="2756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6" name="PlaceHolder 2"/>
          <p:cNvSpPr>
            <a:spLocks noGrp="1"/>
          </p:cNvSpPr>
          <p:nvPr>
            <p:ph type="sldNum" idx="31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32B57CC4-D168-4047-9A2B-DE68C0A2CB1E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title"/>
          </p:nvPr>
        </p:nvSpPr>
        <p:spPr>
          <a:xfrm>
            <a:off x="599400" y="182520"/>
            <a:ext cx="446148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chemeClr val="lt1"/>
                </a:solidFill>
                <a:effectLst/>
                <a:uFillTx/>
                <a:latin typeface="Titillium Web Light"/>
                <a:ea typeface="Titillium Web Light"/>
              </a:rPr>
              <a:t>Home Task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Google Shape;1001;p22"/>
          <p:cNvSpPr/>
          <p:nvPr/>
        </p:nvSpPr>
        <p:spPr>
          <a:xfrm>
            <a:off x="6792120" y="320760"/>
            <a:ext cx="385200" cy="335880"/>
          </a:xfrm>
          <a:custGeom>
            <a:avLst/>
            <a:gdLst>
              <a:gd name="textAreaLeft" fmla="*/ 0 w 385200"/>
              <a:gd name="textAreaRight" fmla="*/ 385920 w 385200"/>
              <a:gd name="textAreaTop" fmla="*/ 0 h 335880"/>
              <a:gd name="textAreaBottom" fmla="*/ 336600 h 335880"/>
            </a:gdLst>
            <a:ahLst/>
            <a:cxnLst/>
            <a:rect l="textAreaLeft" t="textAreaTop" r="textAreaRight" b="textAreaBottom"/>
            <a:pathLst>
              <a:path fill="none" w="18365" h="16026">
                <a:moveTo>
                  <a:pt x="9182" y="0"/>
                </a:moveTo>
                <a:lnTo>
                  <a:pt x="0" y="8841"/>
                </a:lnTo>
                <a:lnTo>
                  <a:pt x="2874" y="8841"/>
                </a:lnTo>
                <a:lnTo>
                  <a:pt x="2874" y="15246"/>
                </a:lnTo>
                <a:lnTo>
                  <a:pt x="2874" y="15246"/>
                </a:lnTo>
                <a:lnTo>
                  <a:pt x="2899" y="15417"/>
                </a:lnTo>
                <a:lnTo>
                  <a:pt x="2947" y="15563"/>
                </a:lnTo>
                <a:lnTo>
                  <a:pt x="3020" y="15685"/>
                </a:lnTo>
                <a:lnTo>
                  <a:pt x="3093" y="15806"/>
                </a:lnTo>
                <a:lnTo>
                  <a:pt x="3215" y="15904"/>
                </a:lnTo>
                <a:lnTo>
                  <a:pt x="3361" y="15977"/>
                </a:lnTo>
                <a:lnTo>
                  <a:pt x="3508" y="16026"/>
                </a:lnTo>
                <a:lnTo>
                  <a:pt x="3654" y="16026"/>
                </a:lnTo>
                <a:lnTo>
                  <a:pt x="7404" y="16026"/>
                </a:lnTo>
                <a:lnTo>
                  <a:pt x="7404" y="13420"/>
                </a:lnTo>
                <a:lnTo>
                  <a:pt x="7404" y="13420"/>
                </a:lnTo>
                <a:lnTo>
                  <a:pt x="7429" y="13127"/>
                </a:lnTo>
                <a:lnTo>
                  <a:pt x="7526" y="12860"/>
                </a:lnTo>
                <a:lnTo>
                  <a:pt x="7648" y="12616"/>
                </a:lnTo>
                <a:lnTo>
                  <a:pt x="7818" y="12421"/>
                </a:lnTo>
                <a:lnTo>
                  <a:pt x="8038" y="12251"/>
                </a:lnTo>
                <a:lnTo>
                  <a:pt x="8257" y="12129"/>
                </a:lnTo>
                <a:lnTo>
                  <a:pt x="8525" y="12031"/>
                </a:lnTo>
                <a:lnTo>
                  <a:pt x="8817" y="12007"/>
                </a:lnTo>
                <a:lnTo>
                  <a:pt x="9548" y="12007"/>
                </a:lnTo>
                <a:lnTo>
                  <a:pt x="9548" y="12007"/>
                </a:lnTo>
                <a:lnTo>
                  <a:pt x="9840" y="12031"/>
                </a:lnTo>
                <a:lnTo>
                  <a:pt x="10108" y="12129"/>
                </a:lnTo>
                <a:lnTo>
                  <a:pt x="10327" y="12251"/>
                </a:lnTo>
                <a:lnTo>
                  <a:pt x="10546" y="12421"/>
                </a:lnTo>
                <a:lnTo>
                  <a:pt x="10717" y="12616"/>
                </a:lnTo>
                <a:lnTo>
                  <a:pt x="10838" y="12860"/>
                </a:lnTo>
                <a:lnTo>
                  <a:pt x="10936" y="13127"/>
                </a:lnTo>
                <a:lnTo>
                  <a:pt x="10960" y="13420"/>
                </a:lnTo>
                <a:lnTo>
                  <a:pt x="10960" y="16026"/>
                </a:lnTo>
                <a:lnTo>
                  <a:pt x="14711" y="16026"/>
                </a:lnTo>
                <a:lnTo>
                  <a:pt x="14711" y="16026"/>
                </a:lnTo>
                <a:lnTo>
                  <a:pt x="14857" y="16026"/>
                </a:lnTo>
                <a:lnTo>
                  <a:pt x="15003" y="15977"/>
                </a:lnTo>
                <a:lnTo>
                  <a:pt x="15149" y="15904"/>
                </a:lnTo>
                <a:lnTo>
                  <a:pt x="15271" y="15806"/>
                </a:lnTo>
                <a:lnTo>
                  <a:pt x="15344" y="15685"/>
                </a:lnTo>
                <a:lnTo>
                  <a:pt x="15417" y="15563"/>
                </a:lnTo>
                <a:lnTo>
                  <a:pt x="15466" y="15417"/>
                </a:lnTo>
                <a:lnTo>
                  <a:pt x="15490" y="15246"/>
                </a:lnTo>
                <a:lnTo>
                  <a:pt x="15490" y="8841"/>
                </a:lnTo>
                <a:lnTo>
                  <a:pt x="18364" y="8841"/>
                </a:lnTo>
                <a:lnTo>
                  <a:pt x="9182" y="0"/>
                </a:lnTo>
                <a:close/>
              </a:path>
            </a:pathLst>
          </a:custGeom>
          <a:noFill/>
          <a:ln cap="rnd" w="1224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ctr">
            <a:noAutofit/>
          </a:bodyPr>
          <a:p>
            <a:pPr>
              <a:lnSpc>
                <a:spcPct val="100000"/>
              </a:lnSpc>
            </a:pPr>
            <a:endParaRPr b="0" lang="en-US" sz="1400" strike="noStrike" u="none">
              <a:solidFill>
                <a:srgbClr val="ffffff"/>
              </a:solidFill>
              <a:effectLst/>
              <a:uFillTx/>
              <a:latin typeface="Arial"/>
              <a:ea typeface="DejaVu Sans"/>
            </a:endParaRPr>
          </a:p>
        </p:txBody>
      </p:sp>
      <p:grpSp>
        <p:nvGrpSpPr>
          <p:cNvPr id="169" name="Google Shape;1002;p22"/>
          <p:cNvGrpSpPr/>
          <p:nvPr/>
        </p:nvGrpSpPr>
        <p:grpSpPr>
          <a:xfrm>
            <a:off x="599400" y="2729160"/>
            <a:ext cx="298800" cy="424080"/>
            <a:chOff x="599400" y="2729160"/>
            <a:chExt cx="298800" cy="424080"/>
          </a:xfrm>
        </p:grpSpPr>
        <p:sp>
          <p:nvSpPr>
            <p:cNvPr id="170" name="Google Shape;1003;p22"/>
            <p:cNvSpPr/>
            <p:nvPr/>
          </p:nvSpPr>
          <p:spPr>
            <a:xfrm>
              <a:off x="599400" y="2732400"/>
              <a:ext cx="36720" cy="4208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420840"/>
                <a:gd name="textAreaBottom" fmla="*/ 421560 h 420840"/>
              </a:gdLst>
              <a:ahLst/>
              <a:cxnLst/>
              <a:rect l="textAreaLeft" t="textAreaTop" r="textAreaRight" b="textAreaBottom"/>
              <a:pathLst>
                <a:path fill="none" w="1779" h="2006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w="1908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1" name="Google Shape;1004;p22"/>
            <p:cNvSpPr/>
            <p:nvPr/>
          </p:nvSpPr>
          <p:spPr>
            <a:xfrm>
              <a:off x="647280" y="2729160"/>
              <a:ext cx="250920" cy="191880"/>
            </a:xfrm>
            <a:custGeom>
              <a:avLst/>
              <a:gdLst>
                <a:gd name="textAreaLeft" fmla="*/ 0 w 250920"/>
                <a:gd name="textAreaRight" fmla="*/ 251640 w 250920"/>
                <a:gd name="textAreaTop" fmla="*/ 0 h 191880"/>
                <a:gd name="textAreaBottom" fmla="*/ 192600 h 191880"/>
              </a:gdLst>
              <a:ahLst/>
              <a:cxnLst/>
              <a:rect l="textAreaLeft" t="textAreaTop" r="textAreaRight" b="textAreaBottom"/>
              <a:pathLst>
                <a:path fill="none" w="11984" h="9158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w="1908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  <p:grpSp>
        <p:nvGrpSpPr>
          <p:cNvPr id="172" name="Google Shape;1005;p22"/>
          <p:cNvGrpSpPr/>
          <p:nvPr/>
        </p:nvGrpSpPr>
        <p:grpSpPr>
          <a:xfrm>
            <a:off x="599400" y="1495080"/>
            <a:ext cx="298800" cy="424080"/>
            <a:chOff x="599400" y="1495080"/>
            <a:chExt cx="298800" cy="424080"/>
          </a:xfrm>
        </p:grpSpPr>
        <p:sp>
          <p:nvSpPr>
            <p:cNvPr id="173" name="Google Shape;1006;p22"/>
            <p:cNvSpPr/>
            <p:nvPr/>
          </p:nvSpPr>
          <p:spPr>
            <a:xfrm>
              <a:off x="599400" y="1498320"/>
              <a:ext cx="36720" cy="420840"/>
            </a:xfrm>
            <a:custGeom>
              <a:avLst/>
              <a:gdLst>
                <a:gd name="textAreaLeft" fmla="*/ 0 w 36720"/>
                <a:gd name="textAreaRight" fmla="*/ 37440 w 36720"/>
                <a:gd name="textAreaTop" fmla="*/ 0 h 420840"/>
                <a:gd name="textAreaBottom" fmla="*/ 421560 h 420840"/>
              </a:gdLst>
              <a:ahLst/>
              <a:cxnLst/>
              <a:rect l="textAreaLeft" t="textAreaTop" r="textAreaRight" b="textAreaBottom"/>
              <a:pathLst>
                <a:path fill="none" w="1779" h="20069">
                  <a:moveTo>
                    <a:pt x="1778" y="20069"/>
                  </a:moveTo>
                  <a:lnTo>
                    <a:pt x="1778" y="488"/>
                  </a:lnTo>
                  <a:lnTo>
                    <a:pt x="1778" y="488"/>
                  </a:lnTo>
                  <a:lnTo>
                    <a:pt x="1778" y="390"/>
                  </a:lnTo>
                  <a:lnTo>
                    <a:pt x="1730" y="293"/>
                  </a:lnTo>
                  <a:lnTo>
                    <a:pt x="1705" y="220"/>
                  </a:lnTo>
                  <a:lnTo>
                    <a:pt x="1632" y="147"/>
                  </a:lnTo>
                  <a:lnTo>
                    <a:pt x="1559" y="74"/>
                  </a:lnTo>
                  <a:lnTo>
                    <a:pt x="1486" y="25"/>
                  </a:lnTo>
                  <a:lnTo>
                    <a:pt x="1389" y="0"/>
                  </a:lnTo>
                  <a:lnTo>
                    <a:pt x="1291" y="0"/>
                  </a:lnTo>
                  <a:lnTo>
                    <a:pt x="488" y="0"/>
                  </a:lnTo>
                  <a:lnTo>
                    <a:pt x="488" y="0"/>
                  </a:lnTo>
                  <a:lnTo>
                    <a:pt x="390" y="0"/>
                  </a:lnTo>
                  <a:lnTo>
                    <a:pt x="293" y="25"/>
                  </a:lnTo>
                  <a:lnTo>
                    <a:pt x="220" y="74"/>
                  </a:lnTo>
                  <a:lnTo>
                    <a:pt x="147" y="147"/>
                  </a:lnTo>
                  <a:lnTo>
                    <a:pt x="98" y="220"/>
                  </a:lnTo>
                  <a:lnTo>
                    <a:pt x="49" y="293"/>
                  </a:lnTo>
                  <a:lnTo>
                    <a:pt x="25" y="390"/>
                  </a:lnTo>
                  <a:lnTo>
                    <a:pt x="1" y="488"/>
                  </a:lnTo>
                  <a:lnTo>
                    <a:pt x="1" y="20069"/>
                  </a:lnTo>
                  <a:lnTo>
                    <a:pt x="1778" y="20069"/>
                  </a:lnTo>
                  <a:close/>
                </a:path>
              </a:pathLst>
            </a:custGeom>
            <a:noFill/>
            <a:ln cap="rnd" w="1908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  <p:sp>
          <p:nvSpPr>
            <p:cNvPr id="174" name="Google Shape;1007;p22"/>
            <p:cNvSpPr/>
            <p:nvPr/>
          </p:nvSpPr>
          <p:spPr>
            <a:xfrm>
              <a:off x="647280" y="1495080"/>
              <a:ext cx="250920" cy="191880"/>
            </a:xfrm>
            <a:custGeom>
              <a:avLst/>
              <a:gdLst>
                <a:gd name="textAreaLeft" fmla="*/ 0 w 250920"/>
                <a:gd name="textAreaRight" fmla="*/ 251640 w 250920"/>
                <a:gd name="textAreaTop" fmla="*/ 0 h 191880"/>
                <a:gd name="textAreaBottom" fmla="*/ 192600 h 191880"/>
              </a:gdLst>
              <a:ahLst/>
              <a:cxnLst/>
              <a:rect l="textAreaLeft" t="textAreaTop" r="textAreaRight" b="textAreaBottom"/>
              <a:pathLst>
                <a:path fill="none" w="11984" h="9158">
                  <a:moveTo>
                    <a:pt x="1" y="8403"/>
                  </a:moveTo>
                  <a:lnTo>
                    <a:pt x="1" y="8403"/>
                  </a:lnTo>
                  <a:lnTo>
                    <a:pt x="366" y="8184"/>
                  </a:lnTo>
                  <a:lnTo>
                    <a:pt x="732" y="8013"/>
                  </a:lnTo>
                  <a:lnTo>
                    <a:pt x="1097" y="7867"/>
                  </a:lnTo>
                  <a:lnTo>
                    <a:pt x="1438" y="7770"/>
                  </a:lnTo>
                  <a:lnTo>
                    <a:pt x="1803" y="7696"/>
                  </a:lnTo>
                  <a:lnTo>
                    <a:pt x="2168" y="7672"/>
                  </a:lnTo>
                  <a:lnTo>
                    <a:pt x="2534" y="7648"/>
                  </a:lnTo>
                  <a:lnTo>
                    <a:pt x="2875" y="7672"/>
                  </a:lnTo>
                  <a:lnTo>
                    <a:pt x="3240" y="7696"/>
                  </a:lnTo>
                  <a:lnTo>
                    <a:pt x="3605" y="7745"/>
                  </a:lnTo>
                  <a:lnTo>
                    <a:pt x="3971" y="7818"/>
                  </a:lnTo>
                  <a:lnTo>
                    <a:pt x="4312" y="7891"/>
                  </a:lnTo>
                  <a:lnTo>
                    <a:pt x="5042" y="8111"/>
                  </a:lnTo>
                  <a:lnTo>
                    <a:pt x="5749" y="8330"/>
                  </a:lnTo>
                  <a:lnTo>
                    <a:pt x="6479" y="8549"/>
                  </a:lnTo>
                  <a:lnTo>
                    <a:pt x="7186" y="8768"/>
                  </a:lnTo>
                  <a:lnTo>
                    <a:pt x="7916" y="8963"/>
                  </a:lnTo>
                  <a:lnTo>
                    <a:pt x="8282" y="9036"/>
                  </a:lnTo>
                  <a:lnTo>
                    <a:pt x="8623" y="9085"/>
                  </a:lnTo>
                  <a:lnTo>
                    <a:pt x="8988" y="9133"/>
                  </a:lnTo>
                  <a:lnTo>
                    <a:pt x="9353" y="9158"/>
                  </a:lnTo>
                  <a:lnTo>
                    <a:pt x="9719" y="9133"/>
                  </a:lnTo>
                  <a:lnTo>
                    <a:pt x="10059" y="9109"/>
                  </a:lnTo>
                  <a:lnTo>
                    <a:pt x="10425" y="9060"/>
                  </a:lnTo>
                  <a:lnTo>
                    <a:pt x="10790" y="8963"/>
                  </a:lnTo>
                  <a:lnTo>
                    <a:pt x="11155" y="8841"/>
                  </a:lnTo>
                  <a:lnTo>
                    <a:pt x="11496" y="8671"/>
                  </a:lnTo>
                  <a:lnTo>
                    <a:pt x="11496" y="8671"/>
                  </a:lnTo>
                  <a:lnTo>
                    <a:pt x="11667" y="8573"/>
                  </a:lnTo>
                  <a:lnTo>
                    <a:pt x="11789" y="8476"/>
                  </a:lnTo>
                  <a:lnTo>
                    <a:pt x="11862" y="8354"/>
                  </a:lnTo>
                  <a:lnTo>
                    <a:pt x="11935" y="8232"/>
                  </a:lnTo>
                  <a:lnTo>
                    <a:pt x="11984" y="8111"/>
                  </a:lnTo>
                  <a:lnTo>
                    <a:pt x="11984" y="7989"/>
                  </a:lnTo>
                  <a:lnTo>
                    <a:pt x="11935" y="7891"/>
                  </a:lnTo>
                  <a:lnTo>
                    <a:pt x="11886" y="7794"/>
                  </a:lnTo>
                  <a:lnTo>
                    <a:pt x="11886" y="7794"/>
                  </a:lnTo>
                  <a:lnTo>
                    <a:pt x="11496" y="7404"/>
                  </a:lnTo>
                  <a:lnTo>
                    <a:pt x="11107" y="6941"/>
                  </a:lnTo>
                  <a:lnTo>
                    <a:pt x="10741" y="6454"/>
                  </a:lnTo>
                  <a:lnTo>
                    <a:pt x="10352" y="5943"/>
                  </a:lnTo>
                  <a:lnTo>
                    <a:pt x="10352" y="5943"/>
                  </a:lnTo>
                  <a:lnTo>
                    <a:pt x="10279" y="5797"/>
                  </a:lnTo>
                  <a:lnTo>
                    <a:pt x="10230" y="5651"/>
                  </a:lnTo>
                  <a:lnTo>
                    <a:pt x="10206" y="5480"/>
                  </a:lnTo>
                  <a:lnTo>
                    <a:pt x="10181" y="5285"/>
                  </a:lnTo>
                  <a:lnTo>
                    <a:pt x="10206" y="5115"/>
                  </a:lnTo>
                  <a:lnTo>
                    <a:pt x="10230" y="4944"/>
                  </a:lnTo>
                  <a:lnTo>
                    <a:pt x="10279" y="4774"/>
                  </a:lnTo>
                  <a:lnTo>
                    <a:pt x="10352" y="4603"/>
                  </a:lnTo>
                  <a:lnTo>
                    <a:pt x="10352" y="4603"/>
                  </a:lnTo>
                  <a:lnTo>
                    <a:pt x="10741" y="3873"/>
                  </a:lnTo>
                  <a:lnTo>
                    <a:pt x="11107" y="3118"/>
                  </a:lnTo>
                  <a:lnTo>
                    <a:pt x="11496" y="2338"/>
                  </a:lnTo>
                  <a:lnTo>
                    <a:pt x="11886" y="1486"/>
                  </a:lnTo>
                  <a:lnTo>
                    <a:pt x="11886" y="1486"/>
                  </a:lnTo>
                  <a:lnTo>
                    <a:pt x="11959" y="1315"/>
                  </a:lnTo>
                  <a:lnTo>
                    <a:pt x="11984" y="1169"/>
                  </a:lnTo>
                  <a:lnTo>
                    <a:pt x="11984" y="1048"/>
                  </a:lnTo>
                  <a:lnTo>
                    <a:pt x="11935" y="975"/>
                  </a:lnTo>
                  <a:lnTo>
                    <a:pt x="11862" y="950"/>
                  </a:lnTo>
                  <a:lnTo>
                    <a:pt x="11789" y="926"/>
                  </a:lnTo>
                  <a:lnTo>
                    <a:pt x="11667" y="975"/>
                  </a:lnTo>
                  <a:lnTo>
                    <a:pt x="11496" y="1023"/>
                  </a:lnTo>
                  <a:lnTo>
                    <a:pt x="11496" y="1023"/>
                  </a:lnTo>
                  <a:lnTo>
                    <a:pt x="11155" y="1194"/>
                  </a:lnTo>
                  <a:lnTo>
                    <a:pt x="10790" y="1315"/>
                  </a:lnTo>
                  <a:lnTo>
                    <a:pt x="10425" y="1413"/>
                  </a:lnTo>
                  <a:lnTo>
                    <a:pt x="10059" y="1462"/>
                  </a:lnTo>
                  <a:lnTo>
                    <a:pt x="9719" y="1510"/>
                  </a:lnTo>
                  <a:lnTo>
                    <a:pt x="9353" y="1510"/>
                  </a:lnTo>
                  <a:lnTo>
                    <a:pt x="8988" y="1486"/>
                  </a:lnTo>
                  <a:lnTo>
                    <a:pt x="8623" y="1462"/>
                  </a:lnTo>
                  <a:lnTo>
                    <a:pt x="8282" y="1389"/>
                  </a:lnTo>
                  <a:lnTo>
                    <a:pt x="7916" y="1315"/>
                  </a:lnTo>
                  <a:lnTo>
                    <a:pt x="7186" y="1145"/>
                  </a:lnTo>
                  <a:lnTo>
                    <a:pt x="6479" y="926"/>
                  </a:lnTo>
                  <a:lnTo>
                    <a:pt x="5749" y="682"/>
                  </a:lnTo>
                  <a:lnTo>
                    <a:pt x="5042" y="463"/>
                  </a:lnTo>
                  <a:lnTo>
                    <a:pt x="4312" y="268"/>
                  </a:lnTo>
                  <a:lnTo>
                    <a:pt x="3971" y="171"/>
                  </a:lnTo>
                  <a:lnTo>
                    <a:pt x="3605" y="98"/>
                  </a:lnTo>
                  <a:lnTo>
                    <a:pt x="3240" y="49"/>
                  </a:lnTo>
                  <a:lnTo>
                    <a:pt x="2875" y="25"/>
                  </a:lnTo>
                  <a:lnTo>
                    <a:pt x="2534" y="0"/>
                  </a:lnTo>
                  <a:lnTo>
                    <a:pt x="2168" y="25"/>
                  </a:lnTo>
                  <a:lnTo>
                    <a:pt x="1803" y="73"/>
                  </a:lnTo>
                  <a:lnTo>
                    <a:pt x="1438" y="122"/>
                  </a:lnTo>
                  <a:lnTo>
                    <a:pt x="1097" y="244"/>
                  </a:lnTo>
                  <a:lnTo>
                    <a:pt x="732" y="366"/>
                  </a:lnTo>
                  <a:lnTo>
                    <a:pt x="366" y="536"/>
                  </a:lnTo>
                  <a:lnTo>
                    <a:pt x="1" y="755"/>
                  </a:lnTo>
                </a:path>
              </a:pathLst>
            </a:custGeom>
            <a:noFill/>
            <a:ln cap="rnd" w="19080">
              <a:solidFill>
                <a:srgbClr val="a4c2f4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91440" bIns="91440" anchor="ctr">
              <a:noAutofit/>
            </a:bodyPr>
            <a:p>
              <a:pPr>
                <a:lnSpc>
                  <a:spcPct val="100000"/>
                </a:lnSpc>
              </a:pPr>
              <a:endParaRPr b="0" lang="en-US" sz="1400" strike="noStrike" u="none">
                <a:solidFill>
                  <a:srgbClr val="ffffff"/>
                </a:solidFill>
                <a:effectLst/>
                <a:uFillTx/>
                <a:latin typeface="Arial"/>
                <a:ea typeface="DejaVu Sans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sldNum" idx="32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048BE28C-A9C1-46D6-8909-BA33D5F1D709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title"/>
          </p:nvPr>
        </p:nvSpPr>
        <p:spPr>
          <a:xfrm>
            <a:off x="509040" y="0"/>
            <a:ext cx="7685280" cy="715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000" strike="noStrike" u="none">
                <a:solidFill>
                  <a:srgbClr val="ffffff"/>
                </a:solidFill>
                <a:effectLst/>
                <a:uFillTx/>
                <a:latin typeface="Titillium Web Light"/>
                <a:ea typeface="Titillium Web Light"/>
              </a:rPr>
              <a:t>Learn more</a:t>
            </a:r>
            <a:endParaRPr b="0" lang="en-US" sz="3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Google Shape;1014;p24"/>
          <p:cNvSpPr/>
          <p:nvPr/>
        </p:nvSpPr>
        <p:spPr>
          <a:xfrm>
            <a:off x="878040" y="832680"/>
            <a:ext cx="7201800" cy="3785040"/>
          </a:xfrm>
          <a:prstGeom prst="rect">
            <a:avLst/>
          </a:prstGeom>
          <a:solidFill>
            <a:schemeClr val="lt1"/>
          </a:solidFill>
          <a:ln w="9360">
            <a:solidFill>
              <a:srgbClr val="6666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91440" bIns="9144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Applied Machine Learning in Python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1"/>
              </a:rPr>
              <a:t>https://www.coursera.org/learn/python-machine-learning</a:t>
            </a: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Neural Networks and Deep Learning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2"/>
              </a:rPr>
              <a:t>https://www.coursera.org/learn/neural-networks-deep-learning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Limited-memory BFGS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3"/>
              </a:rPr>
              <a:t>https://en.wikipedia.org/wiki/Limited-memory_BFGS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sklearn.neural_network.MLPClassifier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4"/>
              </a:rPr>
              <a:t>https://scikit-learn.org/stable/modules/generated/sklearn.neural_network.MLPClassifier.html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none">
                <a:solidFill>
                  <a:schemeClr val="dk1"/>
                </a:solidFill>
                <a:effectLst/>
                <a:uFillTx/>
                <a:latin typeface="Arial"/>
                <a:ea typeface="Arial"/>
              </a:rPr>
              <a:t>Deep Learning in a Nutshell: Core Concepts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" sz="1400" strike="noStrike" u="sng">
                <a:solidFill>
                  <a:schemeClr val="hlink"/>
                </a:solidFill>
                <a:effectLst/>
                <a:uFillTx/>
                <a:latin typeface="Arial"/>
                <a:ea typeface="Arial"/>
                <a:hlinkClick r:id="rId5"/>
              </a:rPr>
              <a:t>https://devblogs.nvidia.com/deep-learning-nutshell-core-concepts/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sldNum" idx="33"/>
          </p:nvPr>
        </p:nvSpPr>
        <p:spPr>
          <a:xfrm>
            <a:off x="8586720" y="-11880"/>
            <a:ext cx="556560" cy="547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fld id="{EFE890BD-6F23-491D-A7F9-27F32767D4A6}" type="slidenum">
              <a:rPr b="0" lang="en" sz="1400" strike="noStrike" u="none">
                <a:solidFill>
                  <a:srgbClr val="ffffff"/>
                </a:solidFill>
                <a:effectLst/>
                <a:uFillTx/>
                <a:latin typeface="Titillium Web"/>
                <a:ea typeface="Titillium Web"/>
              </a:rPr>
              <a:t>&lt;number&gt;</a:t>
            </a:fld>
            <a:endParaRPr b="0" lang="en-US" sz="1400" strike="noStrike" u="non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title"/>
          </p:nvPr>
        </p:nvSpPr>
        <p:spPr>
          <a:xfrm>
            <a:off x="452880" y="621000"/>
            <a:ext cx="3984480" cy="85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6000" strike="noStrike" u="none">
                <a:solidFill>
                  <a:schemeClr val="lt1"/>
                </a:solidFill>
                <a:effectLst/>
                <a:uFillTx/>
                <a:latin typeface="Titillium Web ExtraLight"/>
                <a:ea typeface="Titillium Web ExtraLight"/>
              </a:rPr>
              <a:t>THANKS!</a:t>
            </a:r>
            <a:endParaRPr b="0" lang="en-US" sz="60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0" name="PlaceHolder 3"/>
          <p:cNvSpPr>
            <a:spLocks noGrp="1"/>
          </p:cNvSpPr>
          <p:nvPr>
            <p:ph/>
          </p:nvPr>
        </p:nvSpPr>
        <p:spPr>
          <a:xfrm>
            <a:off x="452880" y="2116440"/>
            <a:ext cx="3984480" cy="959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Autofit/>
          </a:bodyPr>
          <a:p>
            <a:pPr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r>
              <a:rPr b="1" lang="en" sz="2400" strike="noStrike" u="none">
                <a:solidFill>
                  <a:schemeClr val="lt1"/>
                </a:solidFill>
                <a:effectLst/>
                <a:uFillTx/>
                <a:latin typeface="Titillium Web"/>
                <a:ea typeface="Titillium Web"/>
              </a:rPr>
              <a:t>Any questions?</a:t>
            </a: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57200" indent="0">
              <a:lnSpc>
                <a:spcPct val="100000"/>
              </a:lnSpc>
              <a:spcBef>
                <a:spcPts val="601"/>
              </a:spcBef>
              <a:buNone/>
              <a:tabLst>
                <a:tab algn="l" pos="0"/>
              </a:tabLst>
            </a:pPr>
            <a:endParaRPr b="0" lang="en-US" sz="24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" name="Google Shape;1022;p25" descr=""/>
          <p:cNvPicPr/>
          <p:nvPr/>
        </p:nvPicPr>
        <p:blipFill>
          <a:blip r:embed="rId1"/>
          <a:srcRect l="29027" t="-76" r="24351" b="6949"/>
          <a:stretch/>
        </p:blipFill>
        <p:spPr>
          <a:xfrm>
            <a:off x="5546880" y="545040"/>
            <a:ext cx="3039120" cy="404856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haliard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LibreOffice/25.2.7.2$Linux_X86_64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2026-04-09T17:19:32Z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