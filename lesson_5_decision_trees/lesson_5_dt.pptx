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9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18.png" ContentType="image/png"/>
  <Override PartName="/ppt/media/image9.png" ContentType="image/png"/>
  <Override PartName="/ppt/media/image20.png" ContentType="image/png"/>
  <Override PartName="/ppt/media/image8.png" ContentType="image/png"/>
  <Override PartName="/ppt/media/image17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13.png" ContentType="image/png"/>
  <Override PartName="/ppt/media/image36.png" ContentType="image/png"/>
  <Override PartName="/ppt/media/image4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0.png" ContentType="image/png"/>
  <Override PartName="/ppt/media/image1.png" ContentType="image/png"/>
  <Override PartName="/ppt/media/image33.png" ContentType="image/png"/>
  <Override PartName="/ppt/media/image6.png" ContentType="image/png"/>
  <Override PartName="/ppt/media/image15.png" ContentType="image/png"/>
  <Override PartName="/ppt/media/image5.png" ContentType="image/png"/>
  <Override PartName="/ppt/media/image14.png" ContentType="image/png"/>
  <Override PartName="/ppt/media/image19.png" ContentType="image/png"/>
  <Override PartName="/ppt/media/image21.png" ContentType="image/png"/>
  <Override PartName="/ppt/media/image22.png" ContentType="image/png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5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38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notesSlides/_rels/notesSlide39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3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295" r:id="rId5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54" Type="http://schemas.openxmlformats.org/officeDocument/2006/relationships/slide" Target="slides/slide39.xml"/><Relationship Id="rId55" Type="http://schemas.openxmlformats.org/officeDocument/2006/relationships/slide" Target="slides/slide40.xml"/><Relationship Id="rId5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slid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8" name="PlaceHolder 4"/>
          <p:cNvSpPr>
            <a:spLocks noGrp="1"/>
          </p:cNvSpPr>
          <p:nvPr>
            <p:ph type="dt" idx="1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9" name="PlaceHolder 5"/>
          <p:cNvSpPr>
            <a:spLocks noGrp="1"/>
          </p:cNvSpPr>
          <p:nvPr>
            <p:ph type="ftr" idx="1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0" name="PlaceHolder 6"/>
          <p:cNvSpPr>
            <a:spLocks noGrp="1"/>
          </p:cNvSpPr>
          <p:nvPr>
            <p:ph type="sldNum" idx="1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BEBF9B4-205B-4FE3-8C0E-D4B5C7D267F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hyperlink" Target="https://www.analyticsvidhya.com/blog/2020/06/4-ways-split-decision-tree/#:~:text=Steps%20to%20split%20a%20decision%20tree%20using%20Information%20Gain%3A,entropy%20or%20highest%20information%20gain" TargetMode="External"/><Relationship Id="rId2" Type="http://schemas.openxmlformats.org/officeDocument/2006/relationships/slide" Target="../slides/slide22.xml"/><Relationship Id="rId3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Other params to stop splitting 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min_samples_leaf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Wingdings" charset="2"/>
              <a:buChar char=""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min_impurity_split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4800" cy="342756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criterion : string, optional (default=”gini”)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The function to measure the quality of a split. Supported criteria are “gini” for the Gini impurity and “entropy” for the information gain.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4800" cy="3427560"/>
          </a:xfrm>
          <a:prstGeom prst="rect">
            <a:avLst/>
          </a:prstGeom>
          <a:ln w="0">
            <a:noFill/>
          </a:ln>
        </p:spPr>
      </p:sp>
      <p:sp>
        <p:nvSpPr>
          <p:cNvPr id="10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 u="sng">
                <a:solidFill>
                  <a:schemeClr val="hlink"/>
                </a:solidFill>
                <a:uFillTx/>
                <a:latin typeface="Arial"/>
                <a:hlinkClick r:id="rId1"/>
              </a:rPr>
              <a:t>https://www.analyticsvidhya.com/blog/2020/06/4-ways-split-decision-tree/#:~:text=Steps%20to%20split%20a%20decision%20tree%20using%20Information%20Gain%3A,entropy%20or%20highest%20information%20gain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440" cy="3427560"/>
          </a:xfrm>
          <a:prstGeom prst="rect">
            <a:avLst/>
          </a:prstGeom>
          <a:ln w="0">
            <a:noFill/>
          </a:ln>
        </p:spPr>
      </p:sp>
      <p:sp>
        <p:nvSpPr>
          <p:cNvPr id="10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rgbClr val="000000"/>
                </a:solidFill>
                <a:latin typeface="Arial"/>
              </a:rPr>
              <a:t>All home task text is provided in handouts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29B27F6-6CCB-4A9C-87D9-0F12F4FC56BC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6BA24EC-1658-462C-BB7F-96E55104947A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2D4FFA-6F79-4E40-9636-B35C440FF84F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21FEC90-6BB8-4979-8920-FB246E1FD466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F31EAAE-CA14-44B9-B32E-D6EB0E54CAEC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7E019D-FB01-4616-94D2-3D5F7040C27A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E072A66-A59B-4F88-95F6-E94CE1F8E2C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174DCE6-810B-48FD-A353-D391CD9B6898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TWO_COLUMNS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DCD2E70-3E5D-4BF4-922A-10586C6780B5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725C4BB2-C54C-4FF9-9B4A-17E5E21D0011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68FDBF8-53C5-4CEB-A85E-4F9B43801D7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pSp>
        <p:nvGrpSpPr>
          <p:cNvPr id="1" name="Google Shape;12;p2"/>
          <p:cNvGrpSpPr/>
          <p:nvPr/>
        </p:nvGrpSpPr>
        <p:grpSpPr>
          <a:xfrm>
            <a:off x="28440" y="2196720"/>
            <a:ext cx="9092520" cy="2945520"/>
            <a:chOff x="28440" y="2196720"/>
            <a:chExt cx="9092520" cy="2945520"/>
          </a:xfrm>
        </p:grpSpPr>
        <p:sp>
          <p:nvSpPr>
            <p:cNvPr id="2" name="Google Shape;13;p2"/>
            <p:cNvSpPr/>
            <p:nvPr/>
          </p:nvSpPr>
          <p:spPr>
            <a:xfrm>
              <a:off x="299880" y="3964320"/>
              <a:ext cx="227160" cy="11779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177920"/>
                <a:gd name="textAreaBottom" fmla="*/ 1179360 h 1177920"/>
              </a:gdLst>
              <a:ahLst/>
              <a:rect l="textAreaLeft" t="textAreaTop" r="textAreaRight" b="textAreaBottom"/>
              <a:pathLst>
                <a:path w="7144" h="20371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" name="Google Shape;14;p2"/>
            <p:cNvSpPr/>
            <p:nvPr/>
          </p:nvSpPr>
          <p:spPr>
            <a:xfrm>
              <a:off x="28440" y="3473280"/>
              <a:ext cx="227160" cy="16689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668960"/>
                <a:gd name="textAreaBottom" fmla="*/ 1670400 h 1668960"/>
              </a:gdLst>
              <a:ahLst/>
              <a:rect l="textAreaLeft" t="textAreaTop" r="textAreaRight" b="textAreaBottom"/>
              <a:pathLst>
                <a:path w="7145" h="28854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" name="Google Shape;15;p2"/>
            <p:cNvSpPr/>
            <p:nvPr/>
          </p:nvSpPr>
          <p:spPr>
            <a:xfrm>
              <a:off x="576720" y="2965680"/>
              <a:ext cx="228960" cy="2176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176200"/>
                <a:gd name="textAreaBottom" fmla="*/ 2177640 h 217620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" name="Google Shape;16;p2"/>
            <p:cNvSpPr/>
            <p:nvPr/>
          </p:nvSpPr>
          <p:spPr>
            <a:xfrm>
              <a:off x="853560" y="3292200"/>
              <a:ext cx="228960" cy="18500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850040"/>
                <a:gd name="textAreaBottom" fmla="*/ 1851480 h 1850040"/>
              </a:gdLst>
              <a:ahLst/>
              <a:rect l="textAreaLeft" t="textAreaTop" r="textAreaRight" b="textAreaBottom"/>
              <a:pathLst>
                <a:path w="7200" h="3198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" name="Google Shape;17;p2"/>
            <p:cNvSpPr/>
            <p:nvPr/>
          </p:nvSpPr>
          <p:spPr>
            <a:xfrm>
              <a:off x="1130400" y="4209840"/>
              <a:ext cx="228960" cy="9324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32400"/>
                <a:gd name="textAreaBottom" fmla="*/ 933840 h 932400"/>
              </a:gdLst>
              <a:ahLst/>
              <a:rect l="textAreaLeft" t="textAreaTop" r="textAreaRight" b="textAreaBottom"/>
              <a:pathLst>
                <a:path w="7200" h="1613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" name="Google Shape;18;p2"/>
            <p:cNvSpPr/>
            <p:nvPr/>
          </p:nvSpPr>
          <p:spPr>
            <a:xfrm>
              <a:off x="1409040" y="2752560"/>
              <a:ext cx="227160" cy="238968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2389680"/>
                <a:gd name="textAreaBottom" fmla="*/ 2391120 h 2389680"/>
              </a:gdLst>
              <a:ahLst/>
              <a:rect l="textAreaLeft" t="textAreaTop" r="textAreaRight" b="textAreaBottom"/>
              <a:pathLst>
                <a:path w="7145" h="4130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" name="Google Shape;19;p2"/>
            <p:cNvSpPr/>
            <p:nvPr/>
          </p:nvSpPr>
          <p:spPr>
            <a:xfrm>
              <a:off x="1685880" y="3392280"/>
              <a:ext cx="228960" cy="17499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749960"/>
                <a:gd name="textAreaBottom" fmla="*/ 1751400 h 1749960"/>
              </a:gdLst>
              <a:ahLst/>
              <a:rect l="textAreaLeft" t="textAreaTop" r="textAreaRight" b="textAreaBottom"/>
              <a:pathLst>
                <a:path w="7200" h="3025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" name="Google Shape;20;p2"/>
            <p:cNvSpPr/>
            <p:nvPr/>
          </p:nvSpPr>
          <p:spPr>
            <a:xfrm>
              <a:off x="1962720" y="2965680"/>
              <a:ext cx="228960" cy="2176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176200"/>
                <a:gd name="textAreaBottom" fmla="*/ 2177640 h 217620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" name="Google Shape;21;p2"/>
            <p:cNvSpPr/>
            <p:nvPr/>
          </p:nvSpPr>
          <p:spPr>
            <a:xfrm>
              <a:off x="2239560" y="3718800"/>
              <a:ext cx="228960" cy="14234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423440"/>
                <a:gd name="textAreaBottom" fmla="*/ 1424880 h 1423440"/>
              </a:gdLst>
              <a:ahLst/>
              <a:rect l="textAreaLeft" t="textAreaTop" r="textAreaRight" b="textAreaBottom"/>
              <a:pathLst>
                <a:path w="7200" h="24613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" name="Google Shape;22;p2"/>
            <p:cNvSpPr/>
            <p:nvPr/>
          </p:nvSpPr>
          <p:spPr>
            <a:xfrm>
              <a:off x="2516400" y="2752560"/>
              <a:ext cx="228960" cy="2389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389680"/>
                <a:gd name="textAreaBottom" fmla="*/ 2391120 h 238968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" name="Google Shape;23;p2"/>
            <p:cNvSpPr/>
            <p:nvPr/>
          </p:nvSpPr>
          <p:spPr>
            <a:xfrm>
              <a:off x="2795040" y="3392280"/>
              <a:ext cx="227160" cy="17499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749960"/>
                <a:gd name="textAreaBottom" fmla="*/ 1751400 h 1749960"/>
              </a:gdLst>
              <a:ahLst/>
              <a:rect l="textAreaLeft" t="textAreaTop" r="textAreaRight" b="textAreaBottom"/>
              <a:pathLst>
                <a:path w="7145" h="3025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" name="Google Shape;24;p2"/>
            <p:cNvSpPr/>
            <p:nvPr/>
          </p:nvSpPr>
          <p:spPr>
            <a:xfrm>
              <a:off x="3071880" y="2458440"/>
              <a:ext cx="228960" cy="26838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683800"/>
                <a:gd name="textAreaBottom" fmla="*/ 2685240 h 2683800"/>
              </a:gdLst>
              <a:ahLst/>
              <a:rect l="textAreaLeft" t="textAreaTop" r="textAreaRight" b="textAreaBottom"/>
              <a:pathLst>
                <a:path w="7200" h="46379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" name="Google Shape;25;p2"/>
            <p:cNvSpPr/>
            <p:nvPr/>
          </p:nvSpPr>
          <p:spPr>
            <a:xfrm>
              <a:off x="3348720" y="2752560"/>
              <a:ext cx="228960" cy="2389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389680"/>
                <a:gd name="textAreaBottom" fmla="*/ 2391120 h 238968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" name="Google Shape;26;p2"/>
            <p:cNvSpPr/>
            <p:nvPr/>
          </p:nvSpPr>
          <p:spPr>
            <a:xfrm>
              <a:off x="3625560" y="3473280"/>
              <a:ext cx="228960" cy="16689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668960"/>
                <a:gd name="textAreaBottom" fmla="*/ 1670400 h 166896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" name="Google Shape;27;p2"/>
            <p:cNvSpPr/>
            <p:nvPr/>
          </p:nvSpPr>
          <p:spPr>
            <a:xfrm>
              <a:off x="3904200" y="3964320"/>
              <a:ext cx="227160" cy="11779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177920"/>
                <a:gd name="textAreaBottom" fmla="*/ 1179360 h 1177920"/>
              </a:gdLst>
              <a:ahLst/>
              <a:rect l="textAreaLeft" t="textAreaTop" r="textAreaRight" b="textAreaBottom"/>
              <a:pathLst>
                <a:path w="7145" h="20371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" name="Google Shape;28;p2"/>
            <p:cNvSpPr/>
            <p:nvPr/>
          </p:nvSpPr>
          <p:spPr>
            <a:xfrm>
              <a:off x="4181040" y="3589560"/>
              <a:ext cx="228960" cy="1552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552680"/>
                <a:gd name="textAreaBottom" fmla="*/ 1554120 h 1552680"/>
              </a:gdLst>
              <a:ahLst/>
              <a:rect l="textAreaLeft" t="textAreaTop" r="textAreaRight" b="textAreaBottom"/>
              <a:pathLst>
                <a:path w="7201" h="26845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" name="Google Shape;29;p2"/>
            <p:cNvSpPr/>
            <p:nvPr/>
          </p:nvSpPr>
          <p:spPr>
            <a:xfrm>
              <a:off x="4457880" y="3081960"/>
              <a:ext cx="228960" cy="20599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059920"/>
                <a:gd name="textAreaBottom" fmla="*/ 2061360 h 2059920"/>
              </a:gdLst>
              <a:ahLst/>
              <a:rect l="textAreaLeft" t="textAreaTop" r="textAreaRight" b="textAreaBottom"/>
              <a:pathLst>
                <a:path w="7200" h="35608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" name="Google Shape;30;p2"/>
            <p:cNvSpPr/>
            <p:nvPr/>
          </p:nvSpPr>
          <p:spPr>
            <a:xfrm>
              <a:off x="4734360" y="2752560"/>
              <a:ext cx="228960" cy="2389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389680"/>
                <a:gd name="textAreaBottom" fmla="*/ 2391120 h 238968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" name="Google Shape;31;p2"/>
            <p:cNvSpPr/>
            <p:nvPr/>
          </p:nvSpPr>
          <p:spPr>
            <a:xfrm>
              <a:off x="5011200" y="2196720"/>
              <a:ext cx="228960" cy="2945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945520"/>
                <a:gd name="textAreaBottom" fmla="*/ 2946960 h 294552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" name="Google Shape;32;p2"/>
            <p:cNvSpPr/>
            <p:nvPr/>
          </p:nvSpPr>
          <p:spPr>
            <a:xfrm>
              <a:off x="5289840" y="2965680"/>
              <a:ext cx="227160" cy="217620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2176200"/>
                <a:gd name="textAreaBottom" fmla="*/ 2177640 h 2176200"/>
              </a:gdLst>
              <a:ahLst/>
              <a:rect l="textAreaLeft" t="textAreaTop" r="textAreaRight" b="textAreaBottom"/>
              <a:pathLst>
                <a:path w="7145" h="37617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" name="Google Shape;33;p2"/>
            <p:cNvSpPr/>
            <p:nvPr/>
          </p:nvSpPr>
          <p:spPr>
            <a:xfrm>
              <a:off x="5566680" y="2539440"/>
              <a:ext cx="228960" cy="26028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602800"/>
                <a:gd name="textAreaBottom" fmla="*/ 2604240 h 2602800"/>
              </a:gdLst>
              <a:ahLst/>
              <a:rect l="textAreaLeft" t="textAreaTop" r="textAreaRight" b="textAreaBottom"/>
              <a:pathLst>
                <a:path w="7201" h="44984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" name="Google Shape;34;p2"/>
            <p:cNvSpPr/>
            <p:nvPr/>
          </p:nvSpPr>
          <p:spPr>
            <a:xfrm>
              <a:off x="5843520" y="2752560"/>
              <a:ext cx="228960" cy="2389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389680"/>
                <a:gd name="textAreaBottom" fmla="*/ 2391120 h 238968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" name="Google Shape;35;p2"/>
            <p:cNvSpPr/>
            <p:nvPr/>
          </p:nvSpPr>
          <p:spPr>
            <a:xfrm>
              <a:off x="6120360" y="3670200"/>
              <a:ext cx="228960" cy="14720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472040"/>
                <a:gd name="textAreaBottom" fmla="*/ 1473480 h 1472040"/>
              </a:gdLst>
              <a:ahLst/>
              <a:rect l="textAreaLeft" t="textAreaTop" r="textAreaRight" b="textAreaBottom"/>
              <a:pathLst>
                <a:path w="7201" h="2545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" name="Google Shape;36;p2"/>
            <p:cNvSpPr/>
            <p:nvPr/>
          </p:nvSpPr>
          <p:spPr>
            <a:xfrm>
              <a:off x="6399000" y="3292200"/>
              <a:ext cx="227160" cy="18500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850040"/>
                <a:gd name="textAreaBottom" fmla="*/ 1851480 h 1850040"/>
              </a:gdLst>
              <a:ahLst/>
              <a:rect l="textAreaLeft" t="textAreaTop" r="textAreaRight" b="textAreaBottom"/>
              <a:pathLst>
                <a:path w="7144" h="3198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" name="Google Shape;37;p2"/>
            <p:cNvSpPr/>
            <p:nvPr/>
          </p:nvSpPr>
          <p:spPr>
            <a:xfrm>
              <a:off x="6675840" y="4048200"/>
              <a:ext cx="228960" cy="10940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94040"/>
                <a:gd name="textAreaBottom" fmla="*/ 1095480 h 1094040"/>
              </a:gdLst>
              <a:ahLst/>
              <a:rect l="textAreaLeft" t="textAreaTop" r="textAreaRight" b="textAreaBottom"/>
              <a:pathLst>
                <a:path w="7201" h="1892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" name="Google Shape;38;p2"/>
            <p:cNvSpPr/>
            <p:nvPr/>
          </p:nvSpPr>
          <p:spPr>
            <a:xfrm>
              <a:off x="6952680" y="2965680"/>
              <a:ext cx="228960" cy="2176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176200"/>
                <a:gd name="textAreaBottom" fmla="*/ 2177640 h 2176200"/>
              </a:gdLst>
              <a:ahLst/>
              <a:rect l="textAreaLeft" t="textAreaTop" r="textAreaRight" b="textAreaBottom"/>
              <a:pathLst>
                <a:path w="7201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" name="Google Shape;39;p2"/>
            <p:cNvSpPr/>
            <p:nvPr/>
          </p:nvSpPr>
          <p:spPr>
            <a:xfrm>
              <a:off x="7229520" y="3473280"/>
              <a:ext cx="228960" cy="16689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668960"/>
                <a:gd name="textAreaBottom" fmla="*/ 1670400 h 166896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9" name="Google Shape;40;p2"/>
            <p:cNvSpPr/>
            <p:nvPr/>
          </p:nvSpPr>
          <p:spPr>
            <a:xfrm>
              <a:off x="7506360" y="2655720"/>
              <a:ext cx="228960" cy="2486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486520"/>
                <a:gd name="textAreaBottom" fmla="*/ 2487960 h 2486520"/>
              </a:gdLst>
              <a:ahLst/>
              <a:rect l="textAreaLeft" t="textAreaTop" r="textAreaRight" b="textAreaBottom"/>
              <a:pathLst>
                <a:path w="7201" h="42975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" name="Google Shape;41;p2"/>
            <p:cNvSpPr/>
            <p:nvPr/>
          </p:nvSpPr>
          <p:spPr>
            <a:xfrm>
              <a:off x="7785000" y="3081960"/>
              <a:ext cx="227160" cy="20599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2059920"/>
                <a:gd name="textAreaBottom" fmla="*/ 2061360 h 2059920"/>
              </a:gdLst>
              <a:ahLst/>
              <a:rect l="textAreaLeft" t="textAreaTop" r="textAreaRight" b="textAreaBottom"/>
              <a:pathLst>
                <a:path w="7144" h="35608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" name="Google Shape;42;p2"/>
            <p:cNvSpPr/>
            <p:nvPr/>
          </p:nvSpPr>
          <p:spPr>
            <a:xfrm>
              <a:off x="8061840" y="2345400"/>
              <a:ext cx="228960" cy="27968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796840"/>
                <a:gd name="textAreaBottom" fmla="*/ 2798280 h 2796840"/>
              </a:gdLst>
              <a:ahLst/>
              <a:rect l="textAreaLeft" t="textAreaTop" r="textAreaRight" b="textAreaBottom"/>
              <a:pathLst>
                <a:path w="7201" h="48332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2" name="Google Shape;43;p2"/>
            <p:cNvSpPr/>
            <p:nvPr/>
          </p:nvSpPr>
          <p:spPr>
            <a:xfrm>
              <a:off x="8338680" y="2196720"/>
              <a:ext cx="228960" cy="2945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945520"/>
                <a:gd name="textAreaBottom" fmla="*/ 2946960 h 294552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3" name="Google Shape;44;p2"/>
            <p:cNvSpPr/>
            <p:nvPr/>
          </p:nvSpPr>
          <p:spPr>
            <a:xfrm>
              <a:off x="8615520" y="2965680"/>
              <a:ext cx="228960" cy="2176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176200"/>
                <a:gd name="textAreaBottom" fmla="*/ 2177640 h 2176200"/>
              </a:gdLst>
              <a:ahLst/>
              <a:rect l="textAreaLeft" t="textAreaTop" r="textAreaRight" b="textAreaBottom"/>
              <a:pathLst>
                <a:path w="7200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4" name="Google Shape;45;p2"/>
            <p:cNvSpPr/>
            <p:nvPr/>
          </p:nvSpPr>
          <p:spPr>
            <a:xfrm>
              <a:off x="8893800" y="2345400"/>
              <a:ext cx="227160" cy="27968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2796840"/>
                <a:gd name="textAreaBottom" fmla="*/ 2798280 h 2796840"/>
              </a:gdLst>
              <a:ahLst/>
              <a:rect l="textAreaLeft" t="textAreaTop" r="textAreaRight" b="textAreaBottom"/>
              <a:pathLst>
                <a:path w="7145" h="48332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35" name="Google Shape;46;p2"/>
          <p:cNvGrpSpPr/>
          <p:nvPr/>
        </p:nvGrpSpPr>
        <p:grpSpPr>
          <a:xfrm>
            <a:off x="28440" y="3359880"/>
            <a:ext cx="9092880" cy="1782360"/>
            <a:chOff x="28440" y="3359880"/>
            <a:chExt cx="9092880" cy="1782360"/>
          </a:xfrm>
        </p:grpSpPr>
        <p:sp>
          <p:nvSpPr>
            <p:cNvPr id="36" name="Google Shape;47;p2"/>
            <p:cNvSpPr/>
            <p:nvPr/>
          </p:nvSpPr>
          <p:spPr>
            <a:xfrm>
              <a:off x="435600" y="4491000"/>
              <a:ext cx="91440" cy="65124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651240"/>
                <a:gd name="textAreaBottom" fmla="*/ 652680 h 651240"/>
              </a:gdLst>
              <a:ahLst/>
              <a:rect l="textAreaLeft" t="textAreaTop" r="textAreaRight" b="textAreaBottom"/>
              <a:pathLst>
                <a:path w="2903" h="11274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" name="Google Shape;48;p2"/>
            <p:cNvSpPr/>
            <p:nvPr/>
          </p:nvSpPr>
          <p:spPr>
            <a:xfrm>
              <a:off x="299880" y="4229280"/>
              <a:ext cx="91440" cy="912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912960"/>
                <a:gd name="textAreaBottom" fmla="*/ 914400 h 912960"/>
              </a:gdLst>
              <a:ahLst/>
              <a:rect l="textAreaLeft" t="textAreaTop" r="textAreaRight" b="textAreaBottom"/>
              <a:pathLst>
                <a:path w="2903" h="15795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" name="Google Shape;49;p2"/>
            <p:cNvSpPr/>
            <p:nvPr/>
          </p:nvSpPr>
          <p:spPr>
            <a:xfrm>
              <a:off x="164160" y="4109760"/>
              <a:ext cx="91440" cy="103248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03" h="1786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" name="Google Shape;50;p2"/>
            <p:cNvSpPr/>
            <p:nvPr/>
          </p:nvSpPr>
          <p:spPr>
            <a:xfrm>
              <a:off x="28440" y="4413240"/>
              <a:ext cx="91440" cy="7290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04" h="12614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" name="Google Shape;51;p2"/>
            <p:cNvSpPr/>
            <p:nvPr/>
          </p:nvSpPr>
          <p:spPr>
            <a:xfrm>
              <a:off x="71244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" name="Google Shape;52;p2"/>
            <p:cNvSpPr/>
            <p:nvPr/>
          </p:nvSpPr>
          <p:spPr>
            <a:xfrm>
              <a:off x="576720" y="4435920"/>
              <a:ext cx="93240" cy="706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06320"/>
                <a:gd name="textAreaBottom" fmla="*/ 707760 h 706320"/>
              </a:gdLst>
              <a:ahLst/>
              <a:rect l="textAreaLeft" t="textAreaTop" r="textAreaRight" b="textAreaBottom"/>
              <a:pathLst>
                <a:path w="2959" h="12223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" name="Google Shape;53;p2"/>
            <p:cNvSpPr/>
            <p:nvPr/>
          </p:nvSpPr>
          <p:spPr>
            <a:xfrm>
              <a:off x="989280" y="3773520"/>
              <a:ext cx="93240" cy="13687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68720"/>
                <a:gd name="textAreaBottom" fmla="*/ 1370160 h 1368720"/>
              </a:gdLst>
              <a:ahLst/>
              <a:rect l="textAreaLeft" t="textAreaTop" r="textAreaRight" b="textAreaBottom"/>
              <a:pathLst>
                <a:path w="2958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3" name="Google Shape;54;p2"/>
            <p:cNvSpPr/>
            <p:nvPr/>
          </p:nvSpPr>
          <p:spPr>
            <a:xfrm>
              <a:off x="853560" y="3980520"/>
              <a:ext cx="93240" cy="11617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161720"/>
                <a:gd name="textAreaBottom" fmla="*/ 1163160 h 1161720"/>
              </a:gdLst>
              <a:ahLst/>
              <a:rect l="textAreaLeft" t="textAreaTop" r="textAreaRight" b="textAreaBottom"/>
              <a:pathLst>
                <a:path w="2959" h="20092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4" name="Google Shape;55;p2"/>
            <p:cNvSpPr/>
            <p:nvPr/>
          </p:nvSpPr>
          <p:spPr>
            <a:xfrm>
              <a:off x="1266120" y="4380840"/>
              <a:ext cx="93240" cy="761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61040"/>
                <a:gd name="textAreaBottom" fmla="*/ 762480 h 76104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" name="Google Shape;56;p2"/>
            <p:cNvSpPr/>
            <p:nvPr/>
          </p:nvSpPr>
          <p:spPr>
            <a:xfrm>
              <a:off x="1130400" y="4012560"/>
              <a:ext cx="93240" cy="1129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129320"/>
                <a:gd name="textAreaBottom" fmla="*/ 1130760 h 1129320"/>
              </a:gdLst>
              <a:ahLst/>
              <a:rect l="textAreaLeft" t="textAreaTop" r="textAreaRight" b="textAreaBottom"/>
              <a:pathLst>
                <a:path w="2959" h="19534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" name="Google Shape;57;p2"/>
            <p:cNvSpPr/>
            <p:nvPr/>
          </p:nvSpPr>
          <p:spPr>
            <a:xfrm>
              <a:off x="154296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" name="Google Shape;58;p2"/>
            <p:cNvSpPr/>
            <p:nvPr/>
          </p:nvSpPr>
          <p:spPr>
            <a:xfrm>
              <a:off x="1407240" y="4380840"/>
              <a:ext cx="93240" cy="761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61040"/>
                <a:gd name="textAreaBottom" fmla="*/ 762480 h 76104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8" name="Google Shape;59;p2"/>
            <p:cNvSpPr/>
            <p:nvPr/>
          </p:nvSpPr>
          <p:spPr>
            <a:xfrm>
              <a:off x="1821600" y="3902760"/>
              <a:ext cx="91440" cy="123948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239480"/>
                <a:gd name="textAreaBottom" fmla="*/ 1240920 h 1239480"/>
              </a:gdLst>
              <a:ahLst/>
              <a:rect l="textAreaLeft" t="textAreaTop" r="textAreaRight" b="textAreaBottom"/>
              <a:pathLst>
                <a:path w="2903" h="21432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" name="Google Shape;60;p2"/>
            <p:cNvSpPr/>
            <p:nvPr/>
          </p:nvSpPr>
          <p:spPr>
            <a:xfrm>
              <a:off x="1685880" y="4229280"/>
              <a:ext cx="93240" cy="912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912960"/>
                <a:gd name="textAreaBottom" fmla="*/ 914400 h 912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" name="Google Shape;61;p2"/>
            <p:cNvSpPr/>
            <p:nvPr/>
          </p:nvSpPr>
          <p:spPr>
            <a:xfrm>
              <a:off x="2098440" y="3773520"/>
              <a:ext cx="93240" cy="13687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68720"/>
                <a:gd name="textAreaBottom" fmla="*/ 1370160 h 136872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" name="Google Shape;62;p2"/>
            <p:cNvSpPr/>
            <p:nvPr/>
          </p:nvSpPr>
          <p:spPr>
            <a:xfrm>
              <a:off x="1962720" y="3902760"/>
              <a:ext cx="93240" cy="1239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239480"/>
                <a:gd name="textAreaBottom" fmla="*/ 1240920 h 12394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" name="Google Shape;63;p2"/>
            <p:cNvSpPr/>
            <p:nvPr/>
          </p:nvSpPr>
          <p:spPr>
            <a:xfrm>
              <a:off x="2375280" y="4361760"/>
              <a:ext cx="93240" cy="780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80480"/>
                <a:gd name="textAreaBottom" fmla="*/ 781920 h 780480"/>
              </a:gdLst>
              <a:ahLst/>
              <a:rect l="textAreaLeft" t="textAreaTop" r="textAreaRight" b="textAreaBottom"/>
              <a:pathLst>
                <a:path w="2958" h="13507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" name="Google Shape;64;p2"/>
            <p:cNvSpPr/>
            <p:nvPr/>
          </p:nvSpPr>
          <p:spPr>
            <a:xfrm>
              <a:off x="2239560" y="4044960"/>
              <a:ext cx="93240" cy="10972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97280"/>
                <a:gd name="textAreaBottom" fmla="*/ 1098720 h 1097280"/>
              </a:gdLst>
              <a:ahLst/>
              <a:rect l="textAreaLeft" t="textAreaTop" r="textAreaRight" b="textAreaBottom"/>
              <a:pathLst>
                <a:path w="2959" h="18976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4" name="Google Shape;65;p2"/>
            <p:cNvSpPr/>
            <p:nvPr/>
          </p:nvSpPr>
          <p:spPr>
            <a:xfrm>
              <a:off x="2652120" y="4348800"/>
              <a:ext cx="93240" cy="7934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93440"/>
                <a:gd name="textAreaBottom" fmla="*/ 794880 h 793440"/>
              </a:gdLst>
              <a:ahLst/>
              <a:rect l="textAreaLeft" t="textAreaTop" r="textAreaRight" b="textAreaBottom"/>
              <a:pathLst>
                <a:path w="2959" h="1373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5" name="Google Shape;66;p2"/>
            <p:cNvSpPr/>
            <p:nvPr/>
          </p:nvSpPr>
          <p:spPr>
            <a:xfrm>
              <a:off x="2516400" y="4458600"/>
              <a:ext cx="93240" cy="683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83640"/>
                <a:gd name="textAreaBottom" fmla="*/ 685080 h 683640"/>
              </a:gdLst>
              <a:ahLst/>
              <a:rect l="textAreaLeft" t="textAreaTop" r="textAreaRight" b="textAreaBottom"/>
              <a:pathLst>
                <a:path w="2959" h="11832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6" name="Google Shape;67;p2"/>
            <p:cNvSpPr/>
            <p:nvPr/>
          </p:nvSpPr>
          <p:spPr>
            <a:xfrm>
              <a:off x="2930760" y="3838320"/>
              <a:ext cx="91440" cy="13039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303920"/>
                <a:gd name="textAreaBottom" fmla="*/ 1305360 h 1303920"/>
              </a:gdLst>
              <a:ahLst/>
              <a:rect l="textAreaLeft" t="textAreaTop" r="textAreaRight" b="textAreaBottom"/>
              <a:pathLst>
                <a:path w="2903" h="22548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" name="Google Shape;68;p2"/>
            <p:cNvSpPr/>
            <p:nvPr/>
          </p:nvSpPr>
          <p:spPr>
            <a:xfrm>
              <a:off x="2795040" y="4229280"/>
              <a:ext cx="91440" cy="912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912960"/>
                <a:gd name="textAreaBottom" fmla="*/ 914400 h 912960"/>
              </a:gdLst>
              <a:ahLst/>
              <a:rect l="textAreaLeft" t="textAreaTop" r="textAreaRight" b="textAreaBottom"/>
              <a:pathLst>
                <a:path w="2903" h="15795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" name="Google Shape;69;p2"/>
            <p:cNvSpPr/>
            <p:nvPr/>
          </p:nvSpPr>
          <p:spPr>
            <a:xfrm>
              <a:off x="3207600" y="3773520"/>
              <a:ext cx="93240" cy="13687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68720"/>
                <a:gd name="textAreaBottom" fmla="*/ 1370160 h 1368720"/>
              </a:gdLst>
              <a:ahLst/>
              <a:rect l="textAreaLeft" t="textAreaTop" r="textAreaRight" b="textAreaBottom"/>
              <a:pathLst>
                <a:path w="2959" h="23664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9" name="Google Shape;70;p2"/>
            <p:cNvSpPr/>
            <p:nvPr/>
          </p:nvSpPr>
          <p:spPr>
            <a:xfrm>
              <a:off x="3071880" y="3644280"/>
              <a:ext cx="93240" cy="1497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497960"/>
                <a:gd name="textAreaBottom" fmla="*/ 1499400 h 1497960"/>
              </a:gdLst>
              <a:ahLst/>
              <a:rect l="textAreaLeft" t="textAreaTop" r="textAreaRight" b="textAreaBottom"/>
              <a:pathLst>
                <a:path w="2959" h="25897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" name="Google Shape;71;p2"/>
            <p:cNvSpPr/>
            <p:nvPr/>
          </p:nvSpPr>
          <p:spPr>
            <a:xfrm>
              <a:off x="3484440" y="4035240"/>
              <a:ext cx="93240" cy="1107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107000"/>
                <a:gd name="textAreaBottom" fmla="*/ 1108440 h 110700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1" name="Google Shape;72;p2"/>
            <p:cNvSpPr/>
            <p:nvPr/>
          </p:nvSpPr>
          <p:spPr>
            <a:xfrm>
              <a:off x="3348720" y="3644280"/>
              <a:ext cx="93240" cy="1497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497960"/>
                <a:gd name="textAreaBottom" fmla="*/ 1499400 h 1497960"/>
              </a:gdLst>
              <a:ahLst/>
              <a:rect l="textAreaLeft" t="textAreaTop" r="textAreaRight" b="textAreaBottom"/>
              <a:pathLst>
                <a:path w="2959" h="25897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2" name="Google Shape;73;p2"/>
            <p:cNvSpPr/>
            <p:nvPr/>
          </p:nvSpPr>
          <p:spPr>
            <a:xfrm>
              <a:off x="376128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8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3" name="Google Shape;74;p2"/>
            <p:cNvSpPr/>
            <p:nvPr/>
          </p:nvSpPr>
          <p:spPr>
            <a:xfrm>
              <a:off x="3625560" y="3902760"/>
              <a:ext cx="93240" cy="1239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239480"/>
                <a:gd name="textAreaBottom" fmla="*/ 1240920 h 1239480"/>
              </a:gdLst>
              <a:ahLst/>
              <a:rect l="textAreaLeft" t="textAreaTop" r="textAreaRight" b="textAreaBottom"/>
              <a:pathLst>
                <a:path w="2959" h="21432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4" name="Google Shape;75;p2"/>
            <p:cNvSpPr/>
            <p:nvPr/>
          </p:nvSpPr>
          <p:spPr>
            <a:xfrm>
              <a:off x="4038120" y="4229280"/>
              <a:ext cx="93240" cy="912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912960"/>
                <a:gd name="textAreaBottom" fmla="*/ 914400 h 912960"/>
              </a:gdLst>
              <a:ahLst/>
              <a:rect l="textAreaLeft" t="textAreaTop" r="textAreaRight" b="textAreaBottom"/>
              <a:pathLst>
                <a:path w="2959" h="15795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5" name="Google Shape;76;p2"/>
            <p:cNvSpPr/>
            <p:nvPr/>
          </p:nvSpPr>
          <p:spPr>
            <a:xfrm>
              <a:off x="3902400" y="4587840"/>
              <a:ext cx="93240" cy="554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54400"/>
                <a:gd name="textAreaBottom" fmla="*/ 555840 h 554400"/>
              </a:gdLst>
              <a:ahLst/>
              <a:rect l="textAreaLeft" t="textAreaTop" r="textAreaRight" b="textAreaBottom"/>
              <a:pathLst>
                <a:path w="2958" h="960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6" name="Google Shape;77;p2"/>
            <p:cNvSpPr/>
            <p:nvPr/>
          </p:nvSpPr>
          <p:spPr>
            <a:xfrm>
              <a:off x="4316760" y="4229280"/>
              <a:ext cx="93240" cy="912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912960"/>
                <a:gd name="textAreaBottom" fmla="*/ 914400 h 912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7" name="Google Shape;78;p2"/>
            <p:cNvSpPr/>
            <p:nvPr/>
          </p:nvSpPr>
          <p:spPr>
            <a:xfrm>
              <a:off x="418104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8" name="Google Shape;79;p2"/>
            <p:cNvSpPr/>
            <p:nvPr/>
          </p:nvSpPr>
          <p:spPr>
            <a:xfrm>
              <a:off x="459324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9" name="Google Shape;80;p2"/>
            <p:cNvSpPr/>
            <p:nvPr/>
          </p:nvSpPr>
          <p:spPr>
            <a:xfrm>
              <a:off x="445788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" name="Google Shape;81;p2"/>
            <p:cNvSpPr/>
            <p:nvPr/>
          </p:nvSpPr>
          <p:spPr>
            <a:xfrm>
              <a:off x="4870080" y="3773520"/>
              <a:ext cx="93240" cy="13687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68720"/>
                <a:gd name="textAreaBottom" fmla="*/ 1370160 h 136872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" name="Google Shape;82;p2"/>
            <p:cNvSpPr/>
            <p:nvPr/>
          </p:nvSpPr>
          <p:spPr>
            <a:xfrm>
              <a:off x="4734360" y="3902760"/>
              <a:ext cx="93240" cy="1239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239480"/>
                <a:gd name="textAreaBottom" fmla="*/ 1240920 h 12394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" name="Google Shape;83;p2"/>
            <p:cNvSpPr/>
            <p:nvPr/>
          </p:nvSpPr>
          <p:spPr>
            <a:xfrm>
              <a:off x="5146920" y="3359880"/>
              <a:ext cx="93240" cy="1782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782000"/>
                <a:gd name="textAreaBottom" fmla="*/ 1783440 h 1782000"/>
              </a:gdLst>
              <a:ahLst/>
              <a:rect l="textAreaLeft" t="textAreaTop" r="textAreaRight" b="textAreaBottom"/>
              <a:pathLst>
                <a:path w="2958" h="30808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" name="Google Shape;84;p2"/>
            <p:cNvSpPr/>
            <p:nvPr/>
          </p:nvSpPr>
          <p:spPr>
            <a:xfrm>
              <a:off x="5011200" y="3489120"/>
              <a:ext cx="93240" cy="1652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652760"/>
                <a:gd name="textAreaBottom" fmla="*/ 1654200 h 1652760"/>
              </a:gdLst>
              <a:ahLst/>
              <a:rect l="textAreaLeft" t="textAreaTop" r="textAreaRight" b="textAreaBottom"/>
              <a:pathLst>
                <a:path w="2959" h="28575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" name="Google Shape;85;p2"/>
            <p:cNvSpPr/>
            <p:nvPr/>
          </p:nvSpPr>
          <p:spPr>
            <a:xfrm>
              <a:off x="542556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" name="Google Shape;86;p2"/>
            <p:cNvSpPr/>
            <p:nvPr/>
          </p:nvSpPr>
          <p:spPr>
            <a:xfrm>
              <a:off x="5289840" y="3576600"/>
              <a:ext cx="93240" cy="1565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565640"/>
                <a:gd name="textAreaBottom" fmla="*/ 1567080 h 1565640"/>
              </a:gdLst>
              <a:ahLst/>
              <a:rect l="textAreaLeft" t="textAreaTop" r="textAreaRight" b="textAreaBottom"/>
              <a:pathLst>
                <a:path w="2959" h="27069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6" name="Google Shape;87;p2"/>
            <p:cNvSpPr/>
            <p:nvPr/>
          </p:nvSpPr>
          <p:spPr>
            <a:xfrm>
              <a:off x="5702400" y="4380840"/>
              <a:ext cx="93240" cy="761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61040"/>
                <a:gd name="textAreaBottom" fmla="*/ 762480 h 761040"/>
              </a:gdLst>
              <a:ahLst/>
              <a:rect l="textAreaLeft" t="textAreaTop" r="textAreaRight" b="textAreaBottom"/>
              <a:pathLst>
                <a:path w="2959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7" name="Google Shape;88;p2"/>
            <p:cNvSpPr/>
            <p:nvPr/>
          </p:nvSpPr>
          <p:spPr>
            <a:xfrm>
              <a:off x="5566680" y="3828600"/>
              <a:ext cx="93240" cy="1313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13640"/>
                <a:gd name="textAreaBottom" fmla="*/ 1315080 h 1313640"/>
              </a:gdLst>
              <a:ahLst/>
              <a:rect l="textAreaLeft" t="textAreaTop" r="textAreaRight" b="textAreaBottom"/>
              <a:pathLst>
                <a:path w="2959" h="22715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8" name="Google Shape;89;p2"/>
            <p:cNvSpPr/>
            <p:nvPr/>
          </p:nvSpPr>
          <p:spPr>
            <a:xfrm>
              <a:off x="597924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9" name="Google Shape;90;p2"/>
            <p:cNvSpPr/>
            <p:nvPr/>
          </p:nvSpPr>
          <p:spPr>
            <a:xfrm>
              <a:off x="5843520" y="4545720"/>
              <a:ext cx="93240" cy="596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6160"/>
                <a:gd name="textAreaBottom" fmla="*/ 597600 h 596160"/>
              </a:gdLst>
              <a:ahLst/>
              <a:rect l="textAreaLeft" t="textAreaTop" r="textAreaRight" b="textAreaBottom"/>
              <a:pathLst>
                <a:path w="2959" h="10325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0" name="Google Shape;91;p2"/>
            <p:cNvSpPr/>
            <p:nvPr/>
          </p:nvSpPr>
          <p:spPr>
            <a:xfrm>
              <a:off x="6256080" y="4536000"/>
              <a:ext cx="93240" cy="605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05880"/>
                <a:gd name="textAreaBottom" fmla="*/ 607320 h 60588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1" name="Google Shape;92;p2"/>
            <p:cNvSpPr/>
            <p:nvPr/>
          </p:nvSpPr>
          <p:spPr>
            <a:xfrm>
              <a:off x="612036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2" name="Google Shape;93;p2"/>
            <p:cNvSpPr/>
            <p:nvPr/>
          </p:nvSpPr>
          <p:spPr>
            <a:xfrm>
              <a:off x="6534720" y="3989880"/>
              <a:ext cx="91440" cy="11520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152000"/>
                <a:gd name="textAreaBottom" fmla="*/ 1153440 h 1152000"/>
              </a:gdLst>
              <a:ahLst/>
              <a:rect l="textAreaLeft" t="textAreaTop" r="textAreaRight" b="textAreaBottom"/>
              <a:pathLst>
                <a:path w="2903" h="19925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3" name="Google Shape;94;p2"/>
            <p:cNvSpPr/>
            <p:nvPr/>
          </p:nvSpPr>
          <p:spPr>
            <a:xfrm>
              <a:off x="6399000" y="4413240"/>
              <a:ext cx="91440" cy="7290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03" h="12614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4" name="Google Shape;95;p2"/>
            <p:cNvSpPr/>
            <p:nvPr/>
          </p:nvSpPr>
          <p:spPr>
            <a:xfrm>
              <a:off x="6811560" y="4536000"/>
              <a:ext cx="93240" cy="605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05880"/>
                <a:gd name="textAreaBottom" fmla="*/ 607320 h 60588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5" name="Google Shape;96;p2"/>
            <p:cNvSpPr/>
            <p:nvPr/>
          </p:nvSpPr>
          <p:spPr>
            <a:xfrm>
              <a:off x="6675840" y="4187160"/>
              <a:ext cx="93240" cy="955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955080"/>
                <a:gd name="textAreaBottom" fmla="*/ 956520 h 955080"/>
              </a:gdLst>
              <a:ahLst/>
              <a:rect l="textAreaLeft" t="textAreaTop" r="textAreaRight" b="textAreaBottom"/>
              <a:pathLst>
                <a:path w="2959" h="1652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6" name="Google Shape;97;p2"/>
            <p:cNvSpPr/>
            <p:nvPr/>
          </p:nvSpPr>
          <p:spPr>
            <a:xfrm>
              <a:off x="708840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7" name="Google Shape;98;p2"/>
            <p:cNvSpPr/>
            <p:nvPr/>
          </p:nvSpPr>
          <p:spPr>
            <a:xfrm>
              <a:off x="6952680" y="4035240"/>
              <a:ext cx="93240" cy="1107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107000"/>
                <a:gd name="textAreaBottom" fmla="*/ 1108440 h 110700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8" name="Google Shape;99;p2"/>
            <p:cNvSpPr/>
            <p:nvPr/>
          </p:nvSpPr>
          <p:spPr>
            <a:xfrm>
              <a:off x="736524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89" name="Google Shape;100;p2"/>
            <p:cNvSpPr/>
            <p:nvPr/>
          </p:nvSpPr>
          <p:spPr>
            <a:xfrm>
              <a:off x="7229520" y="4568400"/>
              <a:ext cx="93240" cy="5738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73840"/>
                <a:gd name="textAreaBottom" fmla="*/ 575280 h 573840"/>
              </a:gdLst>
              <a:ahLst/>
              <a:rect l="textAreaLeft" t="textAreaTop" r="textAreaRight" b="textAreaBottom"/>
              <a:pathLst>
                <a:path w="2959" h="9935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0" name="Google Shape;101;p2"/>
            <p:cNvSpPr/>
            <p:nvPr/>
          </p:nvSpPr>
          <p:spPr>
            <a:xfrm>
              <a:off x="7643880" y="4219560"/>
              <a:ext cx="91440" cy="92268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922680"/>
                <a:gd name="textAreaBottom" fmla="*/ 924120 h 922680"/>
              </a:gdLst>
              <a:ahLst/>
              <a:rect l="textAreaLeft" t="textAreaTop" r="textAreaRight" b="textAreaBottom"/>
              <a:pathLst>
                <a:path w="2903" h="15962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1" name="Google Shape;102;p2"/>
            <p:cNvSpPr/>
            <p:nvPr/>
          </p:nvSpPr>
          <p:spPr>
            <a:xfrm>
              <a:off x="7506360" y="4817160"/>
              <a:ext cx="93240" cy="325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25080"/>
                <a:gd name="textAreaBottom" fmla="*/ 326520 h 325080"/>
              </a:gdLst>
              <a:ahLst/>
              <a:rect l="textAreaLeft" t="textAreaTop" r="textAreaRight" b="textAreaBottom"/>
              <a:pathLst>
                <a:path w="2959" h="5637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2" name="Google Shape;103;p2"/>
            <p:cNvSpPr/>
            <p:nvPr/>
          </p:nvSpPr>
          <p:spPr>
            <a:xfrm>
              <a:off x="7920720" y="4720320"/>
              <a:ext cx="93240" cy="421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21920"/>
                <a:gd name="textAreaBottom" fmla="*/ 423360 h 421920"/>
              </a:gdLst>
              <a:ahLst/>
              <a:rect l="textAreaLeft" t="textAreaTop" r="textAreaRight" b="textAreaBottom"/>
              <a:pathLst>
                <a:path w="2959" h="7312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3" name="Google Shape;104;p2"/>
            <p:cNvSpPr/>
            <p:nvPr/>
          </p:nvSpPr>
          <p:spPr>
            <a:xfrm>
              <a:off x="7785000" y="4481280"/>
              <a:ext cx="93240" cy="660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60960"/>
                <a:gd name="textAreaBottom" fmla="*/ 662400 h 660960"/>
              </a:gdLst>
              <a:ahLst/>
              <a:rect l="textAreaLeft" t="textAreaTop" r="textAreaRight" b="textAreaBottom"/>
              <a:pathLst>
                <a:path w="2959" h="11442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4" name="Google Shape;105;p2"/>
            <p:cNvSpPr/>
            <p:nvPr/>
          </p:nvSpPr>
          <p:spPr>
            <a:xfrm>
              <a:off x="819756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5" name="Google Shape;106;p2"/>
            <p:cNvSpPr/>
            <p:nvPr/>
          </p:nvSpPr>
          <p:spPr>
            <a:xfrm>
              <a:off x="8061840" y="4481280"/>
              <a:ext cx="93240" cy="660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60960"/>
                <a:gd name="textAreaBottom" fmla="*/ 662400 h 660960"/>
              </a:gdLst>
              <a:ahLst/>
              <a:rect l="textAreaLeft" t="textAreaTop" r="textAreaRight" b="textAreaBottom"/>
              <a:pathLst>
                <a:path w="2959" h="11442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6" name="Google Shape;107;p2"/>
            <p:cNvSpPr/>
            <p:nvPr/>
          </p:nvSpPr>
          <p:spPr>
            <a:xfrm>
              <a:off x="8474400" y="4380840"/>
              <a:ext cx="93240" cy="761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61040"/>
                <a:gd name="textAreaBottom" fmla="*/ 762480 h 761040"/>
              </a:gdLst>
              <a:ahLst/>
              <a:rect l="textAreaLeft" t="textAreaTop" r="textAreaRight" b="textAreaBottom"/>
              <a:pathLst>
                <a:path w="2958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7" name="Google Shape;108;p2"/>
            <p:cNvSpPr/>
            <p:nvPr/>
          </p:nvSpPr>
          <p:spPr>
            <a:xfrm>
              <a:off x="8338680" y="3957840"/>
              <a:ext cx="93240" cy="1184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184400"/>
                <a:gd name="textAreaBottom" fmla="*/ 1185840 h 1184400"/>
              </a:gdLst>
              <a:ahLst/>
              <a:rect l="textAreaLeft" t="textAreaTop" r="textAreaRight" b="textAreaBottom"/>
              <a:pathLst>
                <a:path w="2959" h="20483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8" name="Google Shape;109;p2"/>
            <p:cNvSpPr/>
            <p:nvPr/>
          </p:nvSpPr>
          <p:spPr>
            <a:xfrm>
              <a:off x="8751240" y="3815640"/>
              <a:ext cx="93240" cy="13266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26600"/>
                <a:gd name="textAreaBottom" fmla="*/ 1328040 h 1326600"/>
              </a:gdLst>
              <a:ahLst/>
              <a:rect l="textAreaLeft" t="textAreaTop" r="textAreaRight" b="textAreaBottom"/>
              <a:pathLst>
                <a:path w="2959" h="22939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99" name="Google Shape;110;p2"/>
            <p:cNvSpPr/>
            <p:nvPr/>
          </p:nvSpPr>
          <p:spPr>
            <a:xfrm>
              <a:off x="8615520" y="3608640"/>
              <a:ext cx="93240" cy="15332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533240"/>
                <a:gd name="textAreaBottom" fmla="*/ 1534680 h 1533240"/>
              </a:gdLst>
              <a:ahLst/>
              <a:rect l="textAreaLeft" t="textAreaTop" r="textAreaRight" b="textAreaBottom"/>
              <a:pathLst>
                <a:path w="2959" h="2651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0" name="Google Shape;111;p2"/>
            <p:cNvSpPr/>
            <p:nvPr/>
          </p:nvSpPr>
          <p:spPr>
            <a:xfrm>
              <a:off x="9029880" y="3815640"/>
              <a:ext cx="91440" cy="13266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326600"/>
                <a:gd name="textAreaBottom" fmla="*/ 1328040 h 1326600"/>
              </a:gdLst>
              <a:ahLst/>
              <a:rect l="textAreaLeft" t="textAreaTop" r="textAreaRight" b="textAreaBottom"/>
              <a:pathLst>
                <a:path w="2903" h="22939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1" name="Google Shape;112;p2"/>
            <p:cNvSpPr/>
            <p:nvPr/>
          </p:nvSpPr>
          <p:spPr>
            <a:xfrm>
              <a:off x="8893800" y="3402000"/>
              <a:ext cx="91440" cy="174024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740240"/>
                <a:gd name="textAreaBottom" fmla="*/ 1741680 h 1740240"/>
              </a:gdLst>
              <a:ahLst/>
              <a:rect l="textAreaLeft" t="textAreaTop" r="textAreaRight" b="textAreaBottom"/>
              <a:pathLst>
                <a:path w="2903" h="30082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102" name="Google Shape;113;p2"/>
          <p:cNvSpPr/>
          <p:nvPr/>
        </p:nvSpPr>
        <p:spPr>
          <a:xfrm>
            <a:off x="0" y="2229840"/>
            <a:ext cx="9142560" cy="12916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1291680"/>
              <a:gd name="textAreaBottom" fmla="*/ 1293120 h 1291680"/>
            </a:gdLst>
            <a:ahLst/>
            <a:rect l="textAreaLeft" t="textAreaTop" r="textAreaRight" b="textAreaBottom"/>
            <a:pathLst>
              <a:path w="285750" h="40408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07" name="Google Shape;663;p11"/>
          <p:cNvSpPr/>
          <p:nvPr/>
        </p:nvSpPr>
        <p:spPr>
          <a:xfrm>
            <a:off x="0" y="4329000"/>
            <a:ext cx="9142560" cy="813240"/>
          </a:xfrm>
          <a:prstGeom prst="rect">
            <a:avLst/>
          </a:pr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sldNum" idx="1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8665F1E-1C91-4107-8C1A-ADB9E72D820C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</a:t>
            </a: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the outline </a:t>
            </a: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</a:t>
            </a: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Outline </a:t>
            </a: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Outline </a:t>
            </a: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Outline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Outlin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xt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h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ut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lin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e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h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O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u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t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i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n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 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v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e</a:t>
            </a: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2" name="PlaceHolder 1"/>
          <p:cNvSpPr>
            <a:spLocks noGrp="1"/>
          </p:cNvSpPr>
          <p:nvPr>
            <p:ph type="sldNum" idx="2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56F211F-961D-4773-A81E-0312FE3D6B31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pSp>
        <p:nvGrpSpPr>
          <p:cNvPr id="116" name="Google Shape;670;p13"/>
          <p:cNvGrpSpPr/>
          <p:nvPr/>
        </p:nvGrpSpPr>
        <p:grpSpPr>
          <a:xfrm>
            <a:off x="28440" y="3850560"/>
            <a:ext cx="9092520" cy="1291680"/>
            <a:chOff x="28440" y="3850560"/>
            <a:chExt cx="9092520" cy="1291680"/>
          </a:xfrm>
        </p:grpSpPr>
        <p:sp>
          <p:nvSpPr>
            <p:cNvPr id="117" name="Google Shape;671;p13"/>
            <p:cNvSpPr/>
            <p:nvPr/>
          </p:nvSpPr>
          <p:spPr>
            <a:xfrm>
              <a:off x="299880" y="4626000"/>
              <a:ext cx="227160" cy="516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516240"/>
                <a:gd name="textAreaBottom" fmla="*/ 517680 h 516240"/>
              </a:gdLst>
              <a:ahLst/>
              <a:rect l="textAreaLeft" t="textAreaTop" r="textAreaRight" b="textAreaBottom"/>
              <a:pathLst>
                <a:path w="7144" h="20371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8" name="Google Shape;672;p13"/>
            <p:cNvSpPr/>
            <p:nvPr/>
          </p:nvSpPr>
          <p:spPr>
            <a:xfrm>
              <a:off x="28440" y="4410720"/>
              <a:ext cx="227160" cy="7315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145" h="28854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19" name="Google Shape;673;p13"/>
            <p:cNvSpPr/>
            <p:nvPr/>
          </p:nvSpPr>
          <p:spPr>
            <a:xfrm>
              <a:off x="5767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0" name="Google Shape;674;p13"/>
            <p:cNvSpPr/>
            <p:nvPr/>
          </p:nvSpPr>
          <p:spPr>
            <a:xfrm>
              <a:off x="853560" y="4331160"/>
              <a:ext cx="228960" cy="8110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811080"/>
                <a:gd name="textAreaBottom" fmla="*/ 812520 h 811080"/>
              </a:gdLst>
              <a:ahLst/>
              <a:rect l="textAreaLeft" t="textAreaTop" r="textAreaRight" b="textAreaBottom"/>
              <a:pathLst>
                <a:path w="7200" h="3198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1" name="Google Shape;675;p13"/>
            <p:cNvSpPr/>
            <p:nvPr/>
          </p:nvSpPr>
          <p:spPr>
            <a:xfrm>
              <a:off x="1130400" y="4734000"/>
              <a:ext cx="228960" cy="4082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408240"/>
                <a:gd name="textAreaBottom" fmla="*/ 409680 h 408240"/>
              </a:gdLst>
              <a:ahLst/>
              <a:rect l="textAreaLeft" t="textAreaTop" r="textAreaRight" b="textAreaBottom"/>
              <a:pathLst>
                <a:path w="7200" h="1613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2" name="Google Shape;676;p13"/>
            <p:cNvSpPr/>
            <p:nvPr/>
          </p:nvSpPr>
          <p:spPr>
            <a:xfrm>
              <a:off x="1409040" y="4094280"/>
              <a:ext cx="227160" cy="104760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145" h="4130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3" name="Google Shape;677;p13"/>
            <p:cNvSpPr/>
            <p:nvPr/>
          </p:nvSpPr>
          <p:spPr>
            <a:xfrm>
              <a:off x="1685880" y="4375080"/>
              <a:ext cx="228960" cy="7671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67160"/>
                <a:gd name="textAreaBottom" fmla="*/ 768600 h 767160"/>
              </a:gdLst>
              <a:ahLst/>
              <a:rect l="textAreaLeft" t="textAreaTop" r="textAreaRight" b="textAreaBottom"/>
              <a:pathLst>
                <a:path w="7200" h="3025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4" name="Google Shape;678;p13"/>
            <p:cNvSpPr/>
            <p:nvPr/>
          </p:nvSpPr>
          <p:spPr>
            <a:xfrm>
              <a:off x="19627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5" name="Google Shape;679;p13"/>
            <p:cNvSpPr/>
            <p:nvPr/>
          </p:nvSpPr>
          <p:spPr>
            <a:xfrm>
              <a:off x="2239560" y="4518360"/>
              <a:ext cx="228960" cy="6238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23880"/>
                <a:gd name="textAreaBottom" fmla="*/ 625320 h 623880"/>
              </a:gdLst>
              <a:ahLst/>
              <a:rect l="textAreaLeft" t="textAreaTop" r="textAreaRight" b="textAreaBottom"/>
              <a:pathLst>
                <a:path w="7200" h="24613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6" name="Google Shape;680;p13"/>
            <p:cNvSpPr/>
            <p:nvPr/>
          </p:nvSpPr>
          <p:spPr>
            <a:xfrm>
              <a:off x="251640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7" name="Google Shape;681;p13"/>
            <p:cNvSpPr/>
            <p:nvPr/>
          </p:nvSpPr>
          <p:spPr>
            <a:xfrm>
              <a:off x="2795040" y="4375080"/>
              <a:ext cx="227160" cy="7671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767160"/>
                <a:gd name="textAreaBottom" fmla="*/ 768600 h 767160"/>
              </a:gdLst>
              <a:ahLst/>
              <a:rect l="textAreaLeft" t="textAreaTop" r="textAreaRight" b="textAreaBottom"/>
              <a:pathLst>
                <a:path w="7145" h="3025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8" name="Google Shape;682;p13"/>
            <p:cNvSpPr/>
            <p:nvPr/>
          </p:nvSpPr>
          <p:spPr>
            <a:xfrm>
              <a:off x="3071880" y="3965400"/>
              <a:ext cx="228960" cy="11768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176840"/>
                <a:gd name="textAreaBottom" fmla="*/ 1178280 h 1176840"/>
              </a:gdLst>
              <a:ahLst/>
              <a:rect l="textAreaLeft" t="textAreaTop" r="textAreaRight" b="textAreaBottom"/>
              <a:pathLst>
                <a:path w="7200" h="46379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29" name="Google Shape;683;p13"/>
            <p:cNvSpPr/>
            <p:nvPr/>
          </p:nvSpPr>
          <p:spPr>
            <a:xfrm>
              <a:off x="334872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0" name="Google Shape;684;p13"/>
            <p:cNvSpPr/>
            <p:nvPr/>
          </p:nvSpPr>
          <p:spPr>
            <a:xfrm>
              <a:off x="3625560" y="4410720"/>
              <a:ext cx="228960" cy="731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1" name="Google Shape;685;p13"/>
            <p:cNvSpPr/>
            <p:nvPr/>
          </p:nvSpPr>
          <p:spPr>
            <a:xfrm>
              <a:off x="3904200" y="4626000"/>
              <a:ext cx="227160" cy="516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516240"/>
                <a:gd name="textAreaBottom" fmla="*/ 517680 h 516240"/>
              </a:gdLst>
              <a:ahLst/>
              <a:rect l="textAreaLeft" t="textAreaTop" r="textAreaRight" b="textAreaBottom"/>
              <a:pathLst>
                <a:path w="7145" h="20371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2" name="Google Shape;686;p13"/>
            <p:cNvSpPr/>
            <p:nvPr/>
          </p:nvSpPr>
          <p:spPr>
            <a:xfrm>
              <a:off x="4181040" y="4461840"/>
              <a:ext cx="228960" cy="6804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80400"/>
                <a:gd name="textAreaBottom" fmla="*/ 681840 h 680400"/>
              </a:gdLst>
              <a:ahLst/>
              <a:rect l="textAreaLeft" t="textAreaTop" r="textAreaRight" b="textAreaBottom"/>
              <a:pathLst>
                <a:path w="7201" h="26845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3" name="Google Shape;687;p13"/>
            <p:cNvSpPr/>
            <p:nvPr/>
          </p:nvSpPr>
          <p:spPr>
            <a:xfrm>
              <a:off x="4457880" y="4239000"/>
              <a:ext cx="228960" cy="9032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03240"/>
                <a:gd name="textAreaBottom" fmla="*/ 904680 h 903240"/>
              </a:gdLst>
              <a:ahLst/>
              <a:rect l="textAreaLeft" t="textAreaTop" r="textAreaRight" b="textAreaBottom"/>
              <a:pathLst>
                <a:path w="7200" h="35608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4" name="Google Shape;688;p13"/>
            <p:cNvSpPr/>
            <p:nvPr/>
          </p:nvSpPr>
          <p:spPr>
            <a:xfrm>
              <a:off x="473436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5" name="Google Shape;689;p13"/>
            <p:cNvSpPr/>
            <p:nvPr/>
          </p:nvSpPr>
          <p:spPr>
            <a:xfrm>
              <a:off x="5011200" y="3850560"/>
              <a:ext cx="228960" cy="1291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91680"/>
                <a:gd name="textAreaBottom" fmla="*/ 1293120 h 129168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6" name="Google Shape;690;p13"/>
            <p:cNvSpPr/>
            <p:nvPr/>
          </p:nvSpPr>
          <p:spPr>
            <a:xfrm>
              <a:off x="5289840" y="4187880"/>
              <a:ext cx="227160" cy="9543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145" h="37617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7" name="Google Shape;691;p13"/>
            <p:cNvSpPr/>
            <p:nvPr/>
          </p:nvSpPr>
          <p:spPr>
            <a:xfrm>
              <a:off x="5566680" y="4000680"/>
              <a:ext cx="228960" cy="1141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141200"/>
                <a:gd name="textAreaBottom" fmla="*/ 1142640 h 1141200"/>
              </a:gdLst>
              <a:ahLst/>
              <a:rect l="textAreaLeft" t="textAreaTop" r="textAreaRight" b="textAreaBottom"/>
              <a:pathLst>
                <a:path w="7201" h="44984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8" name="Google Shape;692;p13"/>
            <p:cNvSpPr/>
            <p:nvPr/>
          </p:nvSpPr>
          <p:spPr>
            <a:xfrm>
              <a:off x="584352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39" name="Google Shape;693;p13"/>
            <p:cNvSpPr/>
            <p:nvPr/>
          </p:nvSpPr>
          <p:spPr>
            <a:xfrm>
              <a:off x="6120360" y="4497120"/>
              <a:ext cx="228960" cy="6451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45120"/>
                <a:gd name="textAreaBottom" fmla="*/ 646560 h 645120"/>
              </a:gdLst>
              <a:ahLst/>
              <a:rect l="textAreaLeft" t="textAreaTop" r="textAreaRight" b="textAreaBottom"/>
              <a:pathLst>
                <a:path w="7201" h="2545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0" name="Google Shape;694;p13"/>
            <p:cNvSpPr/>
            <p:nvPr/>
          </p:nvSpPr>
          <p:spPr>
            <a:xfrm>
              <a:off x="6399000" y="4331160"/>
              <a:ext cx="227160" cy="81108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811080"/>
                <a:gd name="textAreaBottom" fmla="*/ 812520 h 811080"/>
              </a:gdLst>
              <a:ahLst/>
              <a:rect l="textAreaLeft" t="textAreaTop" r="textAreaRight" b="textAreaBottom"/>
              <a:pathLst>
                <a:path w="7144" h="3198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1" name="Google Shape;695;p13"/>
            <p:cNvSpPr/>
            <p:nvPr/>
          </p:nvSpPr>
          <p:spPr>
            <a:xfrm>
              <a:off x="6675840" y="4663080"/>
              <a:ext cx="228960" cy="4791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479160"/>
                <a:gd name="textAreaBottom" fmla="*/ 480600 h 479160"/>
              </a:gdLst>
              <a:ahLst/>
              <a:rect l="textAreaLeft" t="textAreaTop" r="textAreaRight" b="textAreaBottom"/>
              <a:pathLst>
                <a:path w="7201" h="1892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2" name="Google Shape;696;p13"/>
            <p:cNvSpPr/>
            <p:nvPr/>
          </p:nvSpPr>
          <p:spPr>
            <a:xfrm>
              <a:off x="695268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3" name="Google Shape;697;p13"/>
            <p:cNvSpPr/>
            <p:nvPr/>
          </p:nvSpPr>
          <p:spPr>
            <a:xfrm>
              <a:off x="7229520" y="4410720"/>
              <a:ext cx="228960" cy="731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4" name="Google Shape;698;p13"/>
            <p:cNvSpPr/>
            <p:nvPr/>
          </p:nvSpPr>
          <p:spPr>
            <a:xfrm>
              <a:off x="7506360" y="4051800"/>
              <a:ext cx="228960" cy="10904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90440"/>
                <a:gd name="textAreaBottom" fmla="*/ 1091880 h 1090440"/>
              </a:gdLst>
              <a:ahLst/>
              <a:rect l="textAreaLeft" t="textAreaTop" r="textAreaRight" b="textAreaBottom"/>
              <a:pathLst>
                <a:path w="7201" h="42975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5" name="Google Shape;699;p13"/>
            <p:cNvSpPr/>
            <p:nvPr/>
          </p:nvSpPr>
          <p:spPr>
            <a:xfrm>
              <a:off x="7785000" y="4239000"/>
              <a:ext cx="227160" cy="903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903240"/>
                <a:gd name="textAreaBottom" fmla="*/ 904680 h 903240"/>
              </a:gdLst>
              <a:ahLst/>
              <a:rect l="textAreaLeft" t="textAreaTop" r="textAreaRight" b="textAreaBottom"/>
              <a:pathLst>
                <a:path w="7144" h="35608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6" name="Google Shape;700;p13"/>
            <p:cNvSpPr/>
            <p:nvPr/>
          </p:nvSpPr>
          <p:spPr>
            <a:xfrm>
              <a:off x="8061840" y="3915720"/>
              <a:ext cx="228960" cy="1226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26520"/>
                <a:gd name="textAreaBottom" fmla="*/ 1227960 h 1226520"/>
              </a:gdLst>
              <a:ahLst/>
              <a:rect l="textAreaLeft" t="textAreaTop" r="textAreaRight" b="textAreaBottom"/>
              <a:pathLst>
                <a:path w="7201" h="48332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7" name="Google Shape;701;p13"/>
            <p:cNvSpPr/>
            <p:nvPr/>
          </p:nvSpPr>
          <p:spPr>
            <a:xfrm>
              <a:off x="8338680" y="3850560"/>
              <a:ext cx="228960" cy="1291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91680"/>
                <a:gd name="textAreaBottom" fmla="*/ 1293120 h 129168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8" name="Google Shape;702;p13"/>
            <p:cNvSpPr/>
            <p:nvPr/>
          </p:nvSpPr>
          <p:spPr>
            <a:xfrm>
              <a:off x="86155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0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49" name="Google Shape;703;p13"/>
            <p:cNvSpPr/>
            <p:nvPr/>
          </p:nvSpPr>
          <p:spPr>
            <a:xfrm>
              <a:off x="8893800" y="3915720"/>
              <a:ext cx="227160" cy="12265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226520"/>
                <a:gd name="textAreaBottom" fmla="*/ 1227960 h 1226520"/>
              </a:gdLst>
              <a:ahLst/>
              <a:rect l="textAreaLeft" t="textAreaTop" r="textAreaRight" b="textAreaBottom"/>
              <a:pathLst>
                <a:path w="7145" h="48332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150" name="Google Shape;704;p13"/>
          <p:cNvGrpSpPr/>
          <p:nvPr/>
        </p:nvGrpSpPr>
        <p:grpSpPr>
          <a:xfrm>
            <a:off x="28440" y="4361040"/>
            <a:ext cx="9092880" cy="781200"/>
            <a:chOff x="28440" y="4361040"/>
            <a:chExt cx="9092880" cy="781200"/>
          </a:xfrm>
        </p:grpSpPr>
        <p:sp>
          <p:nvSpPr>
            <p:cNvPr id="151" name="Google Shape;705;p13"/>
            <p:cNvSpPr/>
            <p:nvPr/>
          </p:nvSpPr>
          <p:spPr>
            <a:xfrm>
              <a:off x="435600" y="4857120"/>
              <a:ext cx="91440" cy="2851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285120"/>
                <a:gd name="textAreaBottom" fmla="*/ 286560 h 285120"/>
              </a:gdLst>
              <a:ahLst/>
              <a:rect l="textAreaLeft" t="textAreaTop" r="textAreaRight" b="textAreaBottom"/>
              <a:pathLst>
                <a:path w="2903" h="11274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2" name="Google Shape;706;p13"/>
            <p:cNvSpPr/>
            <p:nvPr/>
          </p:nvSpPr>
          <p:spPr>
            <a:xfrm>
              <a:off x="299880" y="4742280"/>
              <a:ext cx="91440" cy="399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03" h="15795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3" name="Google Shape;707;p13"/>
            <p:cNvSpPr/>
            <p:nvPr/>
          </p:nvSpPr>
          <p:spPr>
            <a:xfrm>
              <a:off x="164160" y="4690080"/>
              <a:ext cx="91440" cy="4521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03" h="1786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4" name="Google Shape;708;p13"/>
            <p:cNvSpPr/>
            <p:nvPr/>
          </p:nvSpPr>
          <p:spPr>
            <a:xfrm>
              <a:off x="28440" y="4823280"/>
              <a:ext cx="91440" cy="318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04" h="12614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5" name="Google Shape;709;p13"/>
            <p:cNvSpPr/>
            <p:nvPr/>
          </p:nvSpPr>
          <p:spPr>
            <a:xfrm>
              <a:off x="7124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6" name="Google Shape;710;p13"/>
            <p:cNvSpPr/>
            <p:nvPr/>
          </p:nvSpPr>
          <p:spPr>
            <a:xfrm>
              <a:off x="576720" y="4833000"/>
              <a:ext cx="93240" cy="3092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09240"/>
                <a:gd name="textAreaBottom" fmla="*/ 310680 h 309240"/>
              </a:gdLst>
              <a:ahLst/>
              <a:rect l="textAreaLeft" t="textAreaTop" r="textAreaRight" b="textAreaBottom"/>
              <a:pathLst>
                <a:path w="2959" h="12223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7" name="Google Shape;711;p13"/>
            <p:cNvSpPr/>
            <p:nvPr/>
          </p:nvSpPr>
          <p:spPr>
            <a:xfrm>
              <a:off x="98928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8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8" name="Google Shape;712;p13"/>
            <p:cNvSpPr/>
            <p:nvPr/>
          </p:nvSpPr>
          <p:spPr>
            <a:xfrm>
              <a:off x="853560" y="4633200"/>
              <a:ext cx="93240" cy="509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09040"/>
                <a:gd name="textAreaBottom" fmla="*/ 510480 h 509040"/>
              </a:gdLst>
              <a:ahLst/>
              <a:rect l="textAreaLeft" t="textAreaTop" r="textAreaRight" b="textAreaBottom"/>
              <a:pathLst>
                <a:path w="2959" h="20092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59" name="Google Shape;713;p13"/>
            <p:cNvSpPr/>
            <p:nvPr/>
          </p:nvSpPr>
          <p:spPr>
            <a:xfrm>
              <a:off x="126612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0" name="Google Shape;714;p13"/>
            <p:cNvSpPr/>
            <p:nvPr/>
          </p:nvSpPr>
          <p:spPr>
            <a:xfrm>
              <a:off x="1130400" y="4647240"/>
              <a:ext cx="93240" cy="494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94640"/>
                <a:gd name="textAreaBottom" fmla="*/ 496080 h 494640"/>
              </a:gdLst>
              <a:ahLst/>
              <a:rect l="textAreaLeft" t="textAreaTop" r="textAreaRight" b="textAreaBottom"/>
              <a:pathLst>
                <a:path w="2959" h="19534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1" name="Google Shape;715;p13"/>
            <p:cNvSpPr/>
            <p:nvPr/>
          </p:nvSpPr>
          <p:spPr>
            <a:xfrm>
              <a:off x="15429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2" name="Google Shape;716;p13"/>
            <p:cNvSpPr/>
            <p:nvPr/>
          </p:nvSpPr>
          <p:spPr>
            <a:xfrm>
              <a:off x="140724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3" name="Google Shape;717;p13"/>
            <p:cNvSpPr/>
            <p:nvPr/>
          </p:nvSpPr>
          <p:spPr>
            <a:xfrm>
              <a:off x="1821600" y="4599360"/>
              <a:ext cx="91440" cy="54288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03" h="21432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4" name="Google Shape;718;p13"/>
            <p:cNvSpPr/>
            <p:nvPr/>
          </p:nvSpPr>
          <p:spPr>
            <a:xfrm>
              <a:off x="168588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5" name="Google Shape;719;p13"/>
            <p:cNvSpPr/>
            <p:nvPr/>
          </p:nvSpPr>
          <p:spPr>
            <a:xfrm>
              <a:off x="209844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6" name="Google Shape;720;p13"/>
            <p:cNvSpPr/>
            <p:nvPr/>
          </p:nvSpPr>
          <p:spPr>
            <a:xfrm>
              <a:off x="196272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7" name="Google Shape;721;p13"/>
            <p:cNvSpPr/>
            <p:nvPr/>
          </p:nvSpPr>
          <p:spPr>
            <a:xfrm>
              <a:off x="2375280" y="4800600"/>
              <a:ext cx="93240" cy="341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41640"/>
                <a:gd name="textAreaBottom" fmla="*/ 343080 h 341640"/>
              </a:gdLst>
              <a:ahLst/>
              <a:rect l="textAreaLeft" t="textAreaTop" r="textAreaRight" b="textAreaBottom"/>
              <a:pathLst>
                <a:path w="2958" h="13507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8" name="Google Shape;722;p13"/>
            <p:cNvSpPr/>
            <p:nvPr/>
          </p:nvSpPr>
          <p:spPr>
            <a:xfrm>
              <a:off x="2239560" y="4661640"/>
              <a:ext cx="93240" cy="4806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0600"/>
                <a:gd name="textAreaBottom" fmla="*/ 482040 h 480600"/>
              </a:gdLst>
              <a:ahLst/>
              <a:rect l="textAreaLeft" t="textAreaTop" r="textAreaRight" b="textAreaBottom"/>
              <a:pathLst>
                <a:path w="2959" h="18976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69" name="Google Shape;723;p13"/>
            <p:cNvSpPr/>
            <p:nvPr/>
          </p:nvSpPr>
          <p:spPr>
            <a:xfrm>
              <a:off x="2652120" y="4794840"/>
              <a:ext cx="93240" cy="347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47400"/>
                <a:gd name="textAreaBottom" fmla="*/ 348840 h 347400"/>
              </a:gdLst>
              <a:ahLst/>
              <a:rect l="textAreaLeft" t="textAreaTop" r="textAreaRight" b="textAreaBottom"/>
              <a:pathLst>
                <a:path w="2959" h="1373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0" name="Google Shape;724;p13"/>
            <p:cNvSpPr/>
            <p:nvPr/>
          </p:nvSpPr>
          <p:spPr>
            <a:xfrm>
              <a:off x="2516400" y="4843080"/>
              <a:ext cx="93240" cy="299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99160"/>
                <a:gd name="textAreaBottom" fmla="*/ 300600 h 299160"/>
              </a:gdLst>
              <a:ahLst/>
              <a:rect l="textAreaLeft" t="textAreaTop" r="textAreaRight" b="textAreaBottom"/>
              <a:pathLst>
                <a:path w="2959" h="11832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1" name="Google Shape;725;p13"/>
            <p:cNvSpPr/>
            <p:nvPr/>
          </p:nvSpPr>
          <p:spPr>
            <a:xfrm>
              <a:off x="2930760" y="4570920"/>
              <a:ext cx="91440" cy="5713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71320"/>
                <a:gd name="textAreaBottom" fmla="*/ 572760 h 571320"/>
              </a:gdLst>
              <a:ahLst/>
              <a:rect l="textAreaLeft" t="textAreaTop" r="textAreaRight" b="textAreaBottom"/>
              <a:pathLst>
                <a:path w="2903" h="22548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2" name="Google Shape;726;p13"/>
            <p:cNvSpPr/>
            <p:nvPr/>
          </p:nvSpPr>
          <p:spPr>
            <a:xfrm>
              <a:off x="2795040" y="4742280"/>
              <a:ext cx="91440" cy="399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03" h="15795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3" name="Google Shape;727;p13"/>
            <p:cNvSpPr/>
            <p:nvPr/>
          </p:nvSpPr>
          <p:spPr>
            <a:xfrm>
              <a:off x="320760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4" name="Google Shape;728;p13"/>
            <p:cNvSpPr/>
            <p:nvPr/>
          </p:nvSpPr>
          <p:spPr>
            <a:xfrm>
              <a:off x="3071880" y="4485600"/>
              <a:ext cx="93240" cy="656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56640"/>
                <a:gd name="textAreaBottom" fmla="*/ 658080 h 656640"/>
              </a:gdLst>
              <a:ahLst/>
              <a:rect l="textAreaLeft" t="textAreaTop" r="textAreaRight" b="textAreaBottom"/>
              <a:pathLst>
                <a:path w="2959" h="25897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5" name="Google Shape;729;p13"/>
            <p:cNvSpPr/>
            <p:nvPr/>
          </p:nvSpPr>
          <p:spPr>
            <a:xfrm>
              <a:off x="3484440" y="4657320"/>
              <a:ext cx="93240" cy="484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4920"/>
                <a:gd name="textAreaBottom" fmla="*/ 486360 h 48492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6" name="Google Shape;730;p13"/>
            <p:cNvSpPr/>
            <p:nvPr/>
          </p:nvSpPr>
          <p:spPr>
            <a:xfrm>
              <a:off x="3348720" y="4485600"/>
              <a:ext cx="93240" cy="656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56640"/>
                <a:gd name="textAreaBottom" fmla="*/ 658080 h 656640"/>
              </a:gdLst>
              <a:ahLst/>
              <a:rect l="textAreaLeft" t="textAreaTop" r="textAreaRight" b="textAreaBottom"/>
              <a:pathLst>
                <a:path w="2959" h="25897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7" name="Google Shape;731;p13"/>
            <p:cNvSpPr/>
            <p:nvPr/>
          </p:nvSpPr>
          <p:spPr>
            <a:xfrm>
              <a:off x="376128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8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8" name="Google Shape;732;p13"/>
            <p:cNvSpPr/>
            <p:nvPr/>
          </p:nvSpPr>
          <p:spPr>
            <a:xfrm>
              <a:off x="362556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79" name="Google Shape;733;p13"/>
            <p:cNvSpPr/>
            <p:nvPr/>
          </p:nvSpPr>
          <p:spPr>
            <a:xfrm>
              <a:off x="403812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0" name="Google Shape;734;p13"/>
            <p:cNvSpPr/>
            <p:nvPr/>
          </p:nvSpPr>
          <p:spPr>
            <a:xfrm>
              <a:off x="3902400" y="4899960"/>
              <a:ext cx="93240" cy="2422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42280"/>
                <a:gd name="textAreaBottom" fmla="*/ 243720 h 242280"/>
              </a:gdLst>
              <a:ahLst/>
              <a:rect l="textAreaLeft" t="textAreaTop" r="textAreaRight" b="textAreaBottom"/>
              <a:pathLst>
                <a:path w="2958" h="960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1" name="Google Shape;735;p13"/>
            <p:cNvSpPr/>
            <p:nvPr/>
          </p:nvSpPr>
          <p:spPr>
            <a:xfrm>
              <a:off x="431676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2" name="Google Shape;736;p13"/>
            <p:cNvSpPr/>
            <p:nvPr/>
          </p:nvSpPr>
          <p:spPr>
            <a:xfrm>
              <a:off x="418104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3" name="Google Shape;737;p13"/>
            <p:cNvSpPr/>
            <p:nvPr/>
          </p:nvSpPr>
          <p:spPr>
            <a:xfrm>
              <a:off x="45932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4" name="Google Shape;738;p13"/>
            <p:cNvSpPr/>
            <p:nvPr/>
          </p:nvSpPr>
          <p:spPr>
            <a:xfrm>
              <a:off x="445788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5" name="Google Shape;739;p13"/>
            <p:cNvSpPr/>
            <p:nvPr/>
          </p:nvSpPr>
          <p:spPr>
            <a:xfrm>
              <a:off x="487008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6" name="Google Shape;740;p13"/>
            <p:cNvSpPr/>
            <p:nvPr/>
          </p:nvSpPr>
          <p:spPr>
            <a:xfrm>
              <a:off x="473436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7" name="Google Shape;741;p13"/>
            <p:cNvSpPr/>
            <p:nvPr/>
          </p:nvSpPr>
          <p:spPr>
            <a:xfrm>
              <a:off x="5146920" y="4361040"/>
              <a:ext cx="93240" cy="7812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81200"/>
                <a:gd name="textAreaBottom" fmla="*/ 782640 h 781200"/>
              </a:gdLst>
              <a:ahLst/>
              <a:rect l="textAreaLeft" t="textAreaTop" r="textAreaRight" b="textAreaBottom"/>
              <a:pathLst>
                <a:path w="2958" h="30808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8" name="Google Shape;742;p13"/>
            <p:cNvSpPr/>
            <p:nvPr/>
          </p:nvSpPr>
          <p:spPr>
            <a:xfrm>
              <a:off x="5011200" y="4417560"/>
              <a:ext cx="93240" cy="7246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4680"/>
                <a:gd name="textAreaBottom" fmla="*/ 726120 h 724680"/>
              </a:gdLst>
              <a:ahLst/>
              <a:rect l="textAreaLeft" t="textAreaTop" r="textAreaRight" b="textAreaBottom"/>
              <a:pathLst>
                <a:path w="2959" h="28575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89" name="Google Shape;743;p13"/>
            <p:cNvSpPr/>
            <p:nvPr/>
          </p:nvSpPr>
          <p:spPr>
            <a:xfrm>
              <a:off x="54255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0" name="Google Shape;744;p13"/>
            <p:cNvSpPr/>
            <p:nvPr/>
          </p:nvSpPr>
          <p:spPr>
            <a:xfrm>
              <a:off x="5289840" y="4456080"/>
              <a:ext cx="93240" cy="686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86160"/>
                <a:gd name="textAreaBottom" fmla="*/ 687600 h 686160"/>
              </a:gdLst>
              <a:ahLst/>
              <a:rect l="textAreaLeft" t="textAreaTop" r="textAreaRight" b="textAreaBottom"/>
              <a:pathLst>
                <a:path w="2959" h="27069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1" name="Google Shape;745;p13"/>
            <p:cNvSpPr/>
            <p:nvPr/>
          </p:nvSpPr>
          <p:spPr>
            <a:xfrm>
              <a:off x="570240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2" name="Google Shape;746;p13"/>
            <p:cNvSpPr/>
            <p:nvPr/>
          </p:nvSpPr>
          <p:spPr>
            <a:xfrm>
              <a:off x="5566680" y="4566600"/>
              <a:ext cx="93240" cy="575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75640"/>
                <a:gd name="textAreaBottom" fmla="*/ 577080 h 575640"/>
              </a:gdLst>
              <a:ahLst/>
              <a:rect l="textAreaLeft" t="textAreaTop" r="textAreaRight" b="textAreaBottom"/>
              <a:pathLst>
                <a:path w="2959" h="22715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3" name="Google Shape;747;p13"/>
            <p:cNvSpPr/>
            <p:nvPr/>
          </p:nvSpPr>
          <p:spPr>
            <a:xfrm>
              <a:off x="59792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4" name="Google Shape;748;p13"/>
            <p:cNvSpPr/>
            <p:nvPr/>
          </p:nvSpPr>
          <p:spPr>
            <a:xfrm>
              <a:off x="5843520" y="4881240"/>
              <a:ext cx="93240" cy="261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1000"/>
                <a:gd name="textAreaBottom" fmla="*/ 262440 h 261000"/>
              </a:gdLst>
              <a:ahLst/>
              <a:rect l="textAreaLeft" t="textAreaTop" r="textAreaRight" b="textAreaBottom"/>
              <a:pathLst>
                <a:path w="2959" h="10325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5" name="Google Shape;749;p13"/>
            <p:cNvSpPr/>
            <p:nvPr/>
          </p:nvSpPr>
          <p:spPr>
            <a:xfrm>
              <a:off x="6256080" y="4876920"/>
              <a:ext cx="93240" cy="264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4960"/>
                <a:gd name="textAreaBottom" fmla="*/ 266400 h 26496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6" name="Google Shape;750;p13"/>
            <p:cNvSpPr/>
            <p:nvPr/>
          </p:nvSpPr>
          <p:spPr>
            <a:xfrm>
              <a:off x="612036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7" name="Google Shape;751;p13"/>
            <p:cNvSpPr/>
            <p:nvPr/>
          </p:nvSpPr>
          <p:spPr>
            <a:xfrm>
              <a:off x="6534720" y="4637520"/>
              <a:ext cx="91440" cy="5047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04720"/>
                <a:gd name="textAreaBottom" fmla="*/ 506160 h 504720"/>
              </a:gdLst>
              <a:ahLst/>
              <a:rect l="textAreaLeft" t="textAreaTop" r="textAreaRight" b="textAreaBottom"/>
              <a:pathLst>
                <a:path w="2903" h="19925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8" name="Google Shape;752;p13"/>
            <p:cNvSpPr/>
            <p:nvPr/>
          </p:nvSpPr>
          <p:spPr>
            <a:xfrm>
              <a:off x="6399000" y="4823280"/>
              <a:ext cx="91440" cy="318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03" h="12614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99" name="Google Shape;753;p13"/>
            <p:cNvSpPr/>
            <p:nvPr/>
          </p:nvSpPr>
          <p:spPr>
            <a:xfrm>
              <a:off x="6811560" y="4876920"/>
              <a:ext cx="93240" cy="264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4960"/>
                <a:gd name="textAreaBottom" fmla="*/ 266400 h 26496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0" name="Google Shape;754;p13"/>
            <p:cNvSpPr/>
            <p:nvPr/>
          </p:nvSpPr>
          <p:spPr>
            <a:xfrm>
              <a:off x="6675840" y="4723920"/>
              <a:ext cx="93240" cy="418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18320"/>
                <a:gd name="textAreaBottom" fmla="*/ 419760 h 418320"/>
              </a:gdLst>
              <a:ahLst/>
              <a:rect l="textAreaLeft" t="textAreaTop" r="textAreaRight" b="textAreaBottom"/>
              <a:pathLst>
                <a:path w="2959" h="1652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1" name="Google Shape;755;p13"/>
            <p:cNvSpPr/>
            <p:nvPr/>
          </p:nvSpPr>
          <p:spPr>
            <a:xfrm>
              <a:off x="708840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2" name="Google Shape;756;p13"/>
            <p:cNvSpPr/>
            <p:nvPr/>
          </p:nvSpPr>
          <p:spPr>
            <a:xfrm>
              <a:off x="6952680" y="4657320"/>
              <a:ext cx="93240" cy="484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4920"/>
                <a:gd name="textAreaBottom" fmla="*/ 486360 h 48492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3" name="Google Shape;757;p13"/>
            <p:cNvSpPr/>
            <p:nvPr/>
          </p:nvSpPr>
          <p:spPr>
            <a:xfrm>
              <a:off x="736524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4" name="Google Shape;758;p13"/>
            <p:cNvSpPr/>
            <p:nvPr/>
          </p:nvSpPr>
          <p:spPr>
            <a:xfrm>
              <a:off x="7229520" y="4891320"/>
              <a:ext cx="93240" cy="250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50920"/>
                <a:gd name="textAreaBottom" fmla="*/ 252360 h 250920"/>
              </a:gdLst>
              <a:ahLst/>
              <a:rect l="textAreaLeft" t="textAreaTop" r="textAreaRight" b="textAreaBottom"/>
              <a:pathLst>
                <a:path w="2959" h="9935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5" name="Google Shape;759;p13"/>
            <p:cNvSpPr/>
            <p:nvPr/>
          </p:nvSpPr>
          <p:spPr>
            <a:xfrm>
              <a:off x="7643880" y="4738320"/>
              <a:ext cx="91440" cy="4039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403920"/>
                <a:gd name="textAreaBottom" fmla="*/ 405360 h 403920"/>
              </a:gdLst>
              <a:ahLst/>
              <a:rect l="textAreaLeft" t="textAreaTop" r="textAreaRight" b="textAreaBottom"/>
              <a:pathLst>
                <a:path w="2903" h="15962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6" name="Google Shape;760;p13"/>
            <p:cNvSpPr/>
            <p:nvPr/>
          </p:nvSpPr>
          <p:spPr>
            <a:xfrm>
              <a:off x="7506360" y="5000400"/>
              <a:ext cx="93240" cy="1418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41840"/>
                <a:gd name="textAreaBottom" fmla="*/ 143280 h 141840"/>
              </a:gdLst>
              <a:ahLst/>
              <a:rect l="textAreaLeft" t="textAreaTop" r="textAreaRight" b="textAreaBottom"/>
              <a:pathLst>
                <a:path w="2959" h="5637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1640" bIns="71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7" name="Google Shape;761;p13"/>
            <p:cNvSpPr/>
            <p:nvPr/>
          </p:nvSpPr>
          <p:spPr>
            <a:xfrm>
              <a:off x="7920720" y="4957920"/>
              <a:ext cx="93240" cy="184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84320"/>
                <a:gd name="textAreaBottom" fmla="*/ 185760 h 184320"/>
              </a:gdLst>
              <a:ahLst/>
              <a:rect l="textAreaLeft" t="textAreaTop" r="textAreaRight" b="textAreaBottom"/>
              <a:pathLst>
                <a:path w="2959" h="7312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8" name="Google Shape;762;p13"/>
            <p:cNvSpPr/>
            <p:nvPr/>
          </p:nvSpPr>
          <p:spPr>
            <a:xfrm>
              <a:off x="7785000" y="4853160"/>
              <a:ext cx="93240" cy="289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89080"/>
                <a:gd name="textAreaBottom" fmla="*/ 290520 h 289080"/>
              </a:gdLst>
              <a:ahLst/>
              <a:rect l="textAreaLeft" t="textAreaTop" r="textAreaRight" b="textAreaBottom"/>
              <a:pathLst>
                <a:path w="2959" h="11442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09" name="Google Shape;763;p13"/>
            <p:cNvSpPr/>
            <p:nvPr/>
          </p:nvSpPr>
          <p:spPr>
            <a:xfrm>
              <a:off x="81975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0" name="Google Shape;764;p13"/>
            <p:cNvSpPr/>
            <p:nvPr/>
          </p:nvSpPr>
          <p:spPr>
            <a:xfrm>
              <a:off x="8061840" y="4853160"/>
              <a:ext cx="93240" cy="289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89080"/>
                <a:gd name="textAreaBottom" fmla="*/ 290520 h 289080"/>
              </a:gdLst>
              <a:ahLst/>
              <a:rect l="textAreaLeft" t="textAreaTop" r="textAreaRight" b="textAreaBottom"/>
              <a:pathLst>
                <a:path w="2959" h="11442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1" name="Google Shape;765;p13"/>
            <p:cNvSpPr/>
            <p:nvPr/>
          </p:nvSpPr>
          <p:spPr>
            <a:xfrm>
              <a:off x="847440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8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2" name="Google Shape;766;p13"/>
            <p:cNvSpPr/>
            <p:nvPr/>
          </p:nvSpPr>
          <p:spPr>
            <a:xfrm>
              <a:off x="8338680" y="4623480"/>
              <a:ext cx="93240" cy="518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18760"/>
                <a:gd name="textAreaBottom" fmla="*/ 520200 h 518760"/>
              </a:gdLst>
              <a:ahLst/>
              <a:rect l="textAreaLeft" t="textAreaTop" r="textAreaRight" b="textAreaBottom"/>
              <a:pathLst>
                <a:path w="2959" h="20483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3" name="Google Shape;767;p13"/>
            <p:cNvSpPr/>
            <p:nvPr/>
          </p:nvSpPr>
          <p:spPr>
            <a:xfrm>
              <a:off x="8751240" y="4560840"/>
              <a:ext cx="93240" cy="581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81400"/>
                <a:gd name="textAreaBottom" fmla="*/ 582840 h 581400"/>
              </a:gdLst>
              <a:ahLst/>
              <a:rect l="textAreaLeft" t="textAreaTop" r="textAreaRight" b="textAreaBottom"/>
              <a:pathLst>
                <a:path w="2959" h="22939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4" name="Google Shape;768;p13"/>
            <p:cNvSpPr/>
            <p:nvPr/>
          </p:nvSpPr>
          <p:spPr>
            <a:xfrm>
              <a:off x="8615520" y="4470120"/>
              <a:ext cx="93240" cy="6721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72120"/>
                <a:gd name="textAreaBottom" fmla="*/ 673560 h 672120"/>
              </a:gdLst>
              <a:ahLst/>
              <a:rect l="textAreaLeft" t="textAreaTop" r="textAreaRight" b="textAreaBottom"/>
              <a:pathLst>
                <a:path w="2959" h="2651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5" name="Google Shape;769;p13"/>
            <p:cNvSpPr/>
            <p:nvPr/>
          </p:nvSpPr>
          <p:spPr>
            <a:xfrm>
              <a:off x="9029880" y="4560840"/>
              <a:ext cx="91440" cy="5814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81400"/>
                <a:gd name="textAreaBottom" fmla="*/ 582840 h 581400"/>
              </a:gdLst>
              <a:ahLst/>
              <a:rect l="textAreaLeft" t="textAreaTop" r="textAreaRight" b="textAreaBottom"/>
              <a:pathLst>
                <a:path w="2903" h="22939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16" name="Google Shape;770;p13"/>
            <p:cNvSpPr/>
            <p:nvPr/>
          </p:nvSpPr>
          <p:spPr>
            <a:xfrm>
              <a:off x="8893800" y="4379400"/>
              <a:ext cx="91440" cy="76284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762840"/>
                <a:gd name="textAreaBottom" fmla="*/ 764280 h 762840"/>
              </a:gdLst>
              <a:ahLst/>
              <a:rect l="textAreaLeft" t="textAreaTop" r="textAreaRight" b="textAreaBottom"/>
              <a:pathLst>
                <a:path w="2903" h="30082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217" name="Google Shape;771;p13"/>
          <p:cNvSpPr/>
          <p:nvPr/>
        </p:nvSpPr>
        <p:spPr>
          <a:xfrm>
            <a:off x="0" y="3579120"/>
            <a:ext cx="9142560" cy="12916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1291680"/>
              <a:gd name="textAreaBottom" fmla="*/ 1293120 h 1291680"/>
            </a:gdLst>
            <a:ahLst/>
            <a:rect l="textAreaLeft" t="textAreaTop" r="textAreaRight" b="textAreaBottom"/>
            <a:pathLst>
              <a:path w="285750" h="40408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sldNum" idx="3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6E9A5DE-B9B7-442B-B2A8-4D3A5EEDAFA3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20" name="Google Shape;773;p14"/>
          <p:cNvSpPr/>
          <p:nvPr/>
        </p:nvSpPr>
        <p:spPr>
          <a:xfrm>
            <a:off x="0" y="0"/>
            <a:ext cx="9142560" cy="5142240"/>
          </a:xfrm>
          <a:prstGeom prst="frame">
            <a:avLst>
              <a:gd name="adj1" fmla="val 5397"/>
            </a:avLst>
          </a:pr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sldNum" idx="4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D365BA8-224F-4710-8B91-FF44AF3139D2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pSp>
        <p:nvGrpSpPr>
          <p:cNvPr id="225" name="Google Shape;117;p3"/>
          <p:cNvGrpSpPr/>
          <p:nvPr/>
        </p:nvGrpSpPr>
        <p:grpSpPr>
          <a:xfrm>
            <a:off x="28440" y="2196720"/>
            <a:ext cx="9092520" cy="2945520"/>
            <a:chOff x="28440" y="2196720"/>
            <a:chExt cx="9092520" cy="2945520"/>
          </a:xfrm>
        </p:grpSpPr>
        <p:sp>
          <p:nvSpPr>
            <p:cNvPr id="226" name="Google Shape;118;p3"/>
            <p:cNvSpPr/>
            <p:nvPr/>
          </p:nvSpPr>
          <p:spPr>
            <a:xfrm>
              <a:off x="299880" y="3964320"/>
              <a:ext cx="227160" cy="11779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177920"/>
                <a:gd name="textAreaBottom" fmla="*/ 1179360 h 1177920"/>
              </a:gdLst>
              <a:ahLst/>
              <a:rect l="textAreaLeft" t="textAreaTop" r="textAreaRight" b="textAreaBottom"/>
              <a:pathLst>
                <a:path w="7144" h="20371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7" name="Google Shape;119;p3"/>
            <p:cNvSpPr/>
            <p:nvPr/>
          </p:nvSpPr>
          <p:spPr>
            <a:xfrm>
              <a:off x="28440" y="3473280"/>
              <a:ext cx="227160" cy="16689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668960"/>
                <a:gd name="textAreaBottom" fmla="*/ 1670400 h 1668960"/>
              </a:gdLst>
              <a:ahLst/>
              <a:rect l="textAreaLeft" t="textAreaTop" r="textAreaRight" b="textAreaBottom"/>
              <a:pathLst>
                <a:path w="7145" h="28854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8" name="Google Shape;120;p3"/>
            <p:cNvSpPr/>
            <p:nvPr/>
          </p:nvSpPr>
          <p:spPr>
            <a:xfrm>
              <a:off x="576720" y="2965680"/>
              <a:ext cx="228960" cy="2176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176200"/>
                <a:gd name="textAreaBottom" fmla="*/ 2177640 h 217620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29" name="Google Shape;121;p3"/>
            <p:cNvSpPr/>
            <p:nvPr/>
          </p:nvSpPr>
          <p:spPr>
            <a:xfrm>
              <a:off x="853560" y="3292200"/>
              <a:ext cx="228960" cy="18500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850040"/>
                <a:gd name="textAreaBottom" fmla="*/ 1851480 h 1850040"/>
              </a:gdLst>
              <a:ahLst/>
              <a:rect l="textAreaLeft" t="textAreaTop" r="textAreaRight" b="textAreaBottom"/>
              <a:pathLst>
                <a:path w="7200" h="3198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0" name="Google Shape;122;p3"/>
            <p:cNvSpPr/>
            <p:nvPr/>
          </p:nvSpPr>
          <p:spPr>
            <a:xfrm>
              <a:off x="1130400" y="4209840"/>
              <a:ext cx="228960" cy="9324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32400"/>
                <a:gd name="textAreaBottom" fmla="*/ 933840 h 932400"/>
              </a:gdLst>
              <a:ahLst/>
              <a:rect l="textAreaLeft" t="textAreaTop" r="textAreaRight" b="textAreaBottom"/>
              <a:pathLst>
                <a:path w="7200" h="1613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1" name="Google Shape;123;p3"/>
            <p:cNvSpPr/>
            <p:nvPr/>
          </p:nvSpPr>
          <p:spPr>
            <a:xfrm>
              <a:off x="1409040" y="2752560"/>
              <a:ext cx="227160" cy="238968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2389680"/>
                <a:gd name="textAreaBottom" fmla="*/ 2391120 h 2389680"/>
              </a:gdLst>
              <a:ahLst/>
              <a:rect l="textAreaLeft" t="textAreaTop" r="textAreaRight" b="textAreaBottom"/>
              <a:pathLst>
                <a:path w="7145" h="4130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2" name="Google Shape;124;p3"/>
            <p:cNvSpPr/>
            <p:nvPr/>
          </p:nvSpPr>
          <p:spPr>
            <a:xfrm>
              <a:off x="1685880" y="3392280"/>
              <a:ext cx="228960" cy="17499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749960"/>
                <a:gd name="textAreaBottom" fmla="*/ 1751400 h 1749960"/>
              </a:gdLst>
              <a:ahLst/>
              <a:rect l="textAreaLeft" t="textAreaTop" r="textAreaRight" b="textAreaBottom"/>
              <a:pathLst>
                <a:path w="7200" h="3025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3" name="Google Shape;125;p3"/>
            <p:cNvSpPr/>
            <p:nvPr/>
          </p:nvSpPr>
          <p:spPr>
            <a:xfrm>
              <a:off x="1962720" y="2965680"/>
              <a:ext cx="228960" cy="2176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176200"/>
                <a:gd name="textAreaBottom" fmla="*/ 2177640 h 217620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4" name="Google Shape;126;p3"/>
            <p:cNvSpPr/>
            <p:nvPr/>
          </p:nvSpPr>
          <p:spPr>
            <a:xfrm>
              <a:off x="2239560" y="3718800"/>
              <a:ext cx="228960" cy="14234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423440"/>
                <a:gd name="textAreaBottom" fmla="*/ 1424880 h 1423440"/>
              </a:gdLst>
              <a:ahLst/>
              <a:rect l="textAreaLeft" t="textAreaTop" r="textAreaRight" b="textAreaBottom"/>
              <a:pathLst>
                <a:path w="7200" h="24613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5" name="Google Shape;127;p3"/>
            <p:cNvSpPr/>
            <p:nvPr/>
          </p:nvSpPr>
          <p:spPr>
            <a:xfrm>
              <a:off x="2516400" y="2752560"/>
              <a:ext cx="228960" cy="2389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389680"/>
                <a:gd name="textAreaBottom" fmla="*/ 2391120 h 238968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6" name="Google Shape;128;p3"/>
            <p:cNvSpPr/>
            <p:nvPr/>
          </p:nvSpPr>
          <p:spPr>
            <a:xfrm>
              <a:off x="2795040" y="3392280"/>
              <a:ext cx="227160" cy="17499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749960"/>
                <a:gd name="textAreaBottom" fmla="*/ 1751400 h 1749960"/>
              </a:gdLst>
              <a:ahLst/>
              <a:rect l="textAreaLeft" t="textAreaTop" r="textAreaRight" b="textAreaBottom"/>
              <a:pathLst>
                <a:path w="7145" h="3025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7" name="Google Shape;129;p3"/>
            <p:cNvSpPr/>
            <p:nvPr/>
          </p:nvSpPr>
          <p:spPr>
            <a:xfrm>
              <a:off x="3071880" y="2458440"/>
              <a:ext cx="228960" cy="26838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683800"/>
                <a:gd name="textAreaBottom" fmla="*/ 2685240 h 2683800"/>
              </a:gdLst>
              <a:ahLst/>
              <a:rect l="textAreaLeft" t="textAreaTop" r="textAreaRight" b="textAreaBottom"/>
              <a:pathLst>
                <a:path w="7200" h="46379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8" name="Google Shape;130;p3"/>
            <p:cNvSpPr/>
            <p:nvPr/>
          </p:nvSpPr>
          <p:spPr>
            <a:xfrm>
              <a:off x="3348720" y="2752560"/>
              <a:ext cx="228960" cy="2389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389680"/>
                <a:gd name="textAreaBottom" fmla="*/ 2391120 h 238968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39" name="Google Shape;131;p3"/>
            <p:cNvSpPr/>
            <p:nvPr/>
          </p:nvSpPr>
          <p:spPr>
            <a:xfrm>
              <a:off x="3625560" y="3473280"/>
              <a:ext cx="228960" cy="16689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668960"/>
                <a:gd name="textAreaBottom" fmla="*/ 1670400 h 166896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0" name="Google Shape;132;p3"/>
            <p:cNvSpPr/>
            <p:nvPr/>
          </p:nvSpPr>
          <p:spPr>
            <a:xfrm>
              <a:off x="3904200" y="3964320"/>
              <a:ext cx="227160" cy="11779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177920"/>
                <a:gd name="textAreaBottom" fmla="*/ 1179360 h 1177920"/>
              </a:gdLst>
              <a:ahLst/>
              <a:rect l="textAreaLeft" t="textAreaTop" r="textAreaRight" b="textAreaBottom"/>
              <a:pathLst>
                <a:path w="7145" h="20371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1" name="Google Shape;133;p3"/>
            <p:cNvSpPr/>
            <p:nvPr/>
          </p:nvSpPr>
          <p:spPr>
            <a:xfrm>
              <a:off x="4181040" y="3589560"/>
              <a:ext cx="228960" cy="1552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552680"/>
                <a:gd name="textAreaBottom" fmla="*/ 1554120 h 1552680"/>
              </a:gdLst>
              <a:ahLst/>
              <a:rect l="textAreaLeft" t="textAreaTop" r="textAreaRight" b="textAreaBottom"/>
              <a:pathLst>
                <a:path w="7201" h="26845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2" name="Google Shape;134;p3"/>
            <p:cNvSpPr/>
            <p:nvPr/>
          </p:nvSpPr>
          <p:spPr>
            <a:xfrm>
              <a:off x="4457880" y="3081960"/>
              <a:ext cx="228960" cy="20599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059920"/>
                <a:gd name="textAreaBottom" fmla="*/ 2061360 h 2059920"/>
              </a:gdLst>
              <a:ahLst/>
              <a:rect l="textAreaLeft" t="textAreaTop" r="textAreaRight" b="textAreaBottom"/>
              <a:pathLst>
                <a:path w="7200" h="35608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3" name="Google Shape;135;p3"/>
            <p:cNvSpPr/>
            <p:nvPr/>
          </p:nvSpPr>
          <p:spPr>
            <a:xfrm>
              <a:off x="4734360" y="2752560"/>
              <a:ext cx="228960" cy="2389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389680"/>
                <a:gd name="textAreaBottom" fmla="*/ 2391120 h 238968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4" name="Google Shape;136;p3"/>
            <p:cNvSpPr/>
            <p:nvPr/>
          </p:nvSpPr>
          <p:spPr>
            <a:xfrm>
              <a:off x="5011200" y="2196720"/>
              <a:ext cx="228960" cy="2945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945520"/>
                <a:gd name="textAreaBottom" fmla="*/ 2946960 h 294552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5" name="Google Shape;137;p3"/>
            <p:cNvSpPr/>
            <p:nvPr/>
          </p:nvSpPr>
          <p:spPr>
            <a:xfrm>
              <a:off x="5289840" y="2965680"/>
              <a:ext cx="227160" cy="217620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2176200"/>
                <a:gd name="textAreaBottom" fmla="*/ 2177640 h 2176200"/>
              </a:gdLst>
              <a:ahLst/>
              <a:rect l="textAreaLeft" t="textAreaTop" r="textAreaRight" b="textAreaBottom"/>
              <a:pathLst>
                <a:path w="7145" h="37617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6" name="Google Shape;138;p3"/>
            <p:cNvSpPr/>
            <p:nvPr/>
          </p:nvSpPr>
          <p:spPr>
            <a:xfrm>
              <a:off x="5566680" y="2539440"/>
              <a:ext cx="228960" cy="26028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602800"/>
                <a:gd name="textAreaBottom" fmla="*/ 2604240 h 2602800"/>
              </a:gdLst>
              <a:ahLst/>
              <a:rect l="textAreaLeft" t="textAreaTop" r="textAreaRight" b="textAreaBottom"/>
              <a:pathLst>
                <a:path w="7201" h="44984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7" name="Google Shape;139;p3"/>
            <p:cNvSpPr/>
            <p:nvPr/>
          </p:nvSpPr>
          <p:spPr>
            <a:xfrm>
              <a:off x="5843520" y="2752560"/>
              <a:ext cx="228960" cy="2389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389680"/>
                <a:gd name="textAreaBottom" fmla="*/ 2391120 h 238968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8" name="Google Shape;140;p3"/>
            <p:cNvSpPr/>
            <p:nvPr/>
          </p:nvSpPr>
          <p:spPr>
            <a:xfrm>
              <a:off x="6120360" y="3670200"/>
              <a:ext cx="228960" cy="14720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472040"/>
                <a:gd name="textAreaBottom" fmla="*/ 1473480 h 1472040"/>
              </a:gdLst>
              <a:ahLst/>
              <a:rect l="textAreaLeft" t="textAreaTop" r="textAreaRight" b="textAreaBottom"/>
              <a:pathLst>
                <a:path w="7201" h="2545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49" name="Google Shape;141;p3"/>
            <p:cNvSpPr/>
            <p:nvPr/>
          </p:nvSpPr>
          <p:spPr>
            <a:xfrm>
              <a:off x="6399000" y="3292200"/>
              <a:ext cx="227160" cy="18500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850040"/>
                <a:gd name="textAreaBottom" fmla="*/ 1851480 h 1850040"/>
              </a:gdLst>
              <a:ahLst/>
              <a:rect l="textAreaLeft" t="textAreaTop" r="textAreaRight" b="textAreaBottom"/>
              <a:pathLst>
                <a:path w="7144" h="3198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0" name="Google Shape;142;p3"/>
            <p:cNvSpPr/>
            <p:nvPr/>
          </p:nvSpPr>
          <p:spPr>
            <a:xfrm>
              <a:off x="6675840" y="4048200"/>
              <a:ext cx="228960" cy="10940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94040"/>
                <a:gd name="textAreaBottom" fmla="*/ 1095480 h 1094040"/>
              </a:gdLst>
              <a:ahLst/>
              <a:rect l="textAreaLeft" t="textAreaTop" r="textAreaRight" b="textAreaBottom"/>
              <a:pathLst>
                <a:path w="7201" h="1892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1" name="Google Shape;143;p3"/>
            <p:cNvSpPr/>
            <p:nvPr/>
          </p:nvSpPr>
          <p:spPr>
            <a:xfrm>
              <a:off x="6952680" y="2965680"/>
              <a:ext cx="228960" cy="2176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176200"/>
                <a:gd name="textAreaBottom" fmla="*/ 2177640 h 2176200"/>
              </a:gdLst>
              <a:ahLst/>
              <a:rect l="textAreaLeft" t="textAreaTop" r="textAreaRight" b="textAreaBottom"/>
              <a:pathLst>
                <a:path w="7201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2" name="Google Shape;144;p3"/>
            <p:cNvSpPr/>
            <p:nvPr/>
          </p:nvSpPr>
          <p:spPr>
            <a:xfrm>
              <a:off x="7229520" y="3473280"/>
              <a:ext cx="228960" cy="16689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668960"/>
                <a:gd name="textAreaBottom" fmla="*/ 1670400 h 166896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3" name="Google Shape;145;p3"/>
            <p:cNvSpPr/>
            <p:nvPr/>
          </p:nvSpPr>
          <p:spPr>
            <a:xfrm>
              <a:off x="7506360" y="2655720"/>
              <a:ext cx="228960" cy="2486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486520"/>
                <a:gd name="textAreaBottom" fmla="*/ 2487960 h 2486520"/>
              </a:gdLst>
              <a:ahLst/>
              <a:rect l="textAreaLeft" t="textAreaTop" r="textAreaRight" b="textAreaBottom"/>
              <a:pathLst>
                <a:path w="7201" h="42975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4" name="Google Shape;146;p3"/>
            <p:cNvSpPr/>
            <p:nvPr/>
          </p:nvSpPr>
          <p:spPr>
            <a:xfrm>
              <a:off x="7785000" y="3081960"/>
              <a:ext cx="227160" cy="20599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2059920"/>
                <a:gd name="textAreaBottom" fmla="*/ 2061360 h 2059920"/>
              </a:gdLst>
              <a:ahLst/>
              <a:rect l="textAreaLeft" t="textAreaTop" r="textAreaRight" b="textAreaBottom"/>
              <a:pathLst>
                <a:path w="7144" h="35608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5" name="Google Shape;147;p3"/>
            <p:cNvSpPr/>
            <p:nvPr/>
          </p:nvSpPr>
          <p:spPr>
            <a:xfrm>
              <a:off x="8061840" y="2345400"/>
              <a:ext cx="228960" cy="27968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796840"/>
                <a:gd name="textAreaBottom" fmla="*/ 2798280 h 2796840"/>
              </a:gdLst>
              <a:ahLst/>
              <a:rect l="textAreaLeft" t="textAreaTop" r="textAreaRight" b="textAreaBottom"/>
              <a:pathLst>
                <a:path w="7201" h="48332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6" name="Google Shape;148;p3"/>
            <p:cNvSpPr/>
            <p:nvPr/>
          </p:nvSpPr>
          <p:spPr>
            <a:xfrm>
              <a:off x="8338680" y="2196720"/>
              <a:ext cx="228960" cy="2945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945520"/>
                <a:gd name="textAreaBottom" fmla="*/ 2946960 h 294552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7" name="Google Shape;149;p3"/>
            <p:cNvSpPr/>
            <p:nvPr/>
          </p:nvSpPr>
          <p:spPr>
            <a:xfrm>
              <a:off x="8615520" y="2965680"/>
              <a:ext cx="228960" cy="2176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2176200"/>
                <a:gd name="textAreaBottom" fmla="*/ 2177640 h 2176200"/>
              </a:gdLst>
              <a:ahLst/>
              <a:rect l="textAreaLeft" t="textAreaTop" r="textAreaRight" b="textAreaBottom"/>
              <a:pathLst>
                <a:path w="7200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58" name="Google Shape;150;p3"/>
            <p:cNvSpPr/>
            <p:nvPr/>
          </p:nvSpPr>
          <p:spPr>
            <a:xfrm>
              <a:off x="8893800" y="2345400"/>
              <a:ext cx="227160" cy="27968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2796840"/>
                <a:gd name="textAreaBottom" fmla="*/ 2798280 h 2796840"/>
              </a:gdLst>
              <a:ahLst/>
              <a:rect l="textAreaLeft" t="textAreaTop" r="textAreaRight" b="textAreaBottom"/>
              <a:pathLst>
                <a:path w="7145" h="48332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259" name="Google Shape;151;p3"/>
          <p:cNvGrpSpPr/>
          <p:nvPr/>
        </p:nvGrpSpPr>
        <p:grpSpPr>
          <a:xfrm>
            <a:off x="28440" y="3359880"/>
            <a:ext cx="9092880" cy="1782360"/>
            <a:chOff x="28440" y="3359880"/>
            <a:chExt cx="9092880" cy="1782360"/>
          </a:xfrm>
        </p:grpSpPr>
        <p:sp>
          <p:nvSpPr>
            <p:cNvPr id="260" name="Google Shape;152;p3"/>
            <p:cNvSpPr/>
            <p:nvPr/>
          </p:nvSpPr>
          <p:spPr>
            <a:xfrm>
              <a:off x="435600" y="4491000"/>
              <a:ext cx="91440" cy="65124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651240"/>
                <a:gd name="textAreaBottom" fmla="*/ 652680 h 651240"/>
              </a:gdLst>
              <a:ahLst/>
              <a:rect l="textAreaLeft" t="textAreaTop" r="textAreaRight" b="textAreaBottom"/>
              <a:pathLst>
                <a:path w="2903" h="11274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1" name="Google Shape;153;p3"/>
            <p:cNvSpPr/>
            <p:nvPr/>
          </p:nvSpPr>
          <p:spPr>
            <a:xfrm>
              <a:off x="299880" y="4229280"/>
              <a:ext cx="91440" cy="912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912960"/>
                <a:gd name="textAreaBottom" fmla="*/ 914400 h 912960"/>
              </a:gdLst>
              <a:ahLst/>
              <a:rect l="textAreaLeft" t="textAreaTop" r="textAreaRight" b="textAreaBottom"/>
              <a:pathLst>
                <a:path w="2903" h="15795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2" name="Google Shape;154;p3"/>
            <p:cNvSpPr/>
            <p:nvPr/>
          </p:nvSpPr>
          <p:spPr>
            <a:xfrm>
              <a:off x="164160" y="4109760"/>
              <a:ext cx="91440" cy="103248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03" h="1786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3" name="Google Shape;155;p3"/>
            <p:cNvSpPr/>
            <p:nvPr/>
          </p:nvSpPr>
          <p:spPr>
            <a:xfrm>
              <a:off x="28440" y="4413240"/>
              <a:ext cx="91440" cy="7290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04" h="12614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4" name="Google Shape;156;p3"/>
            <p:cNvSpPr/>
            <p:nvPr/>
          </p:nvSpPr>
          <p:spPr>
            <a:xfrm>
              <a:off x="71244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5" name="Google Shape;157;p3"/>
            <p:cNvSpPr/>
            <p:nvPr/>
          </p:nvSpPr>
          <p:spPr>
            <a:xfrm>
              <a:off x="576720" y="4435920"/>
              <a:ext cx="93240" cy="706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06320"/>
                <a:gd name="textAreaBottom" fmla="*/ 707760 h 706320"/>
              </a:gdLst>
              <a:ahLst/>
              <a:rect l="textAreaLeft" t="textAreaTop" r="textAreaRight" b="textAreaBottom"/>
              <a:pathLst>
                <a:path w="2959" h="12223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6" name="Google Shape;158;p3"/>
            <p:cNvSpPr/>
            <p:nvPr/>
          </p:nvSpPr>
          <p:spPr>
            <a:xfrm>
              <a:off x="989280" y="3773520"/>
              <a:ext cx="93240" cy="13687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68720"/>
                <a:gd name="textAreaBottom" fmla="*/ 1370160 h 1368720"/>
              </a:gdLst>
              <a:ahLst/>
              <a:rect l="textAreaLeft" t="textAreaTop" r="textAreaRight" b="textAreaBottom"/>
              <a:pathLst>
                <a:path w="2958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7" name="Google Shape;159;p3"/>
            <p:cNvSpPr/>
            <p:nvPr/>
          </p:nvSpPr>
          <p:spPr>
            <a:xfrm>
              <a:off x="853560" y="3980520"/>
              <a:ext cx="93240" cy="11617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161720"/>
                <a:gd name="textAreaBottom" fmla="*/ 1163160 h 1161720"/>
              </a:gdLst>
              <a:ahLst/>
              <a:rect l="textAreaLeft" t="textAreaTop" r="textAreaRight" b="textAreaBottom"/>
              <a:pathLst>
                <a:path w="2959" h="20092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8" name="Google Shape;160;p3"/>
            <p:cNvSpPr/>
            <p:nvPr/>
          </p:nvSpPr>
          <p:spPr>
            <a:xfrm>
              <a:off x="1266120" y="4380840"/>
              <a:ext cx="93240" cy="761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61040"/>
                <a:gd name="textAreaBottom" fmla="*/ 762480 h 76104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69" name="Google Shape;161;p3"/>
            <p:cNvSpPr/>
            <p:nvPr/>
          </p:nvSpPr>
          <p:spPr>
            <a:xfrm>
              <a:off x="1130400" y="4012560"/>
              <a:ext cx="93240" cy="1129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129320"/>
                <a:gd name="textAreaBottom" fmla="*/ 1130760 h 1129320"/>
              </a:gdLst>
              <a:ahLst/>
              <a:rect l="textAreaLeft" t="textAreaTop" r="textAreaRight" b="textAreaBottom"/>
              <a:pathLst>
                <a:path w="2959" h="19534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0" name="Google Shape;162;p3"/>
            <p:cNvSpPr/>
            <p:nvPr/>
          </p:nvSpPr>
          <p:spPr>
            <a:xfrm>
              <a:off x="154296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1" name="Google Shape;163;p3"/>
            <p:cNvSpPr/>
            <p:nvPr/>
          </p:nvSpPr>
          <p:spPr>
            <a:xfrm>
              <a:off x="1407240" y="4380840"/>
              <a:ext cx="93240" cy="761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61040"/>
                <a:gd name="textAreaBottom" fmla="*/ 762480 h 76104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2" name="Google Shape;164;p3"/>
            <p:cNvSpPr/>
            <p:nvPr/>
          </p:nvSpPr>
          <p:spPr>
            <a:xfrm>
              <a:off x="1821600" y="3902760"/>
              <a:ext cx="91440" cy="123948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239480"/>
                <a:gd name="textAreaBottom" fmla="*/ 1240920 h 1239480"/>
              </a:gdLst>
              <a:ahLst/>
              <a:rect l="textAreaLeft" t="textAreaTop" r="textAreaRight" b="textAreaBottom"/>
              <a:pathLst>
                <a:path w="2903" h="21432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3" name="Google Shape;165;p3"/>
            <p:cNvSpPr/>
            <p:nvPr/>
          </p:nvSpPr>
          <p:spPr>
            <a:xfrm>
              <a:off x="1685880" y="4229280"/>
              <a:ext cx="93240" cy="912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912960"/>
                <a:gd name="textAreaBottom" fmla="*/ 914400 h 912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4" name="Google Shape;166;p3"/>
            <p:cNvSpPr/>
            <p:nvPr/>
          </p:nvSpPr>
          <p:spPr>
            <a:xfrm>
              <a:off x="2098440" y="3773520"/>
              <a:ext cx="93240" cy="13687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68720"/>
                <a:gd name="textAreaBottom" fmla="*/ 1370160 h 136872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5" name="Google Shape;167;p3"/>
            <p:cNvSpPr/>
            <p:nvPr/>
          </p:nvSpPr>
          <p:spPr>
            <a:xfrm>
              <a:off x="1962720" y="3902760"/>
              <a:ext cx="93240" cy="1239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239480"/>
                <a:gd name="textAreaBottom" fmla="*/ 1240920 h 12394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6" name="Google Shape;168;p3"/>
            <p:cNvSpPr/>
            <p:nvPr/>
          </p:nvSpPr>
          <p:spPr>
            <a:xfrm>
              <a:off x="2375280" y="4361760"/>
              <a:ext cx="93240" cy="780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80480"/>
                <a:gd name="textAreaBottom" fmla="*/ 781920 h 780480"/>
              </a:gdLst>
              <a:ahLst/>
              <a:rect l="textAreaLeft" t="textAreaTop" r="textAreaRight" b="textAreaBottom"/>
              <a:pathLst>
                <a:path w="2958" h="13507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7" name="Google Shape;169;p3"/>
            <p:cNvSpPr/>
            <p:nvPr/>
          </p:nvSpPr>
          <p:spPr>
            <a:xfrm>
              <a:off x="2239560" y="4044960"/>
              <a:ext cx="93240" cy="10972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97280"/>
                <a:gd name="textAreaBottom" fmla="*/ 1098720 h 1097280"/>
              </a:gdLst>
              <a:ahLst/>
              <a:rect l="textAreaLeft" t="textAreaTop" r="textAreaRight" b="textAreaBottom"/>
              <a:pathLst>
                <a:path w="2959" h="18976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8" name="Google Shape;170;p3"/>
            <p:cNvSpPr/>
            <p:nvPr/>
          </p:nvSpPr>
          <p:spPr>
            <a:xfrm>
              <a:off x="2652120" y="4348800"/>
              <a:ext cx="93240" cy="7934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93440"/>
                <a:gd name="textAreaBottom" fmla="*/ 794880 h 793440"/>
              </a:gdLst>
              <a:ahLst/>
              <a:rect l="textAreaLeft" t="textAreaTop" r="textAreaRight" b="textAreaBottom"/>
              <a:pathLst>
                <a:path w="2959" h="1373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79" name="Google Shape;171;p3"/>
            <p:cNvSpPr/>
            <p:nvPr/>
          </p:nvSpPr>
          <p:spPr>
            <a:xfrm>
              <a:off x="2516400" y="4458600"/>
              <a:ext cx="93240" cy="683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83640"/>
                <a:gd name="textAreaBottom" fmla="*/ 685080 h 683640"/>
              </a:gdLst>
              <a:ahLst/>
              <a:rect l="textAreaLeft" t="textAreaTop" r="textAreaRight" b="textAreaBottom"/>
              <a:pathLst>
                <a:path w="2959" h="11832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0" name="Google Shape;172;p3"/>
            <p:cNvSpPr/>
            <p:nvPr/>
          </p:nvSpPr>
          <p:spPr>
            <a:xfrm>
              <a:off x="2930760" y="3838320"/>
              <a:ext cx="91440" cy="13039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303920"/>
                <a:gd name="textAreaBottom" fmla="*/ 1305360 h 1303920"/>
              </a:gdLst>
              <a:ahLst/>
              <a:rect l="textAreaLeft" t="textAreaTop" r="textAreaRight" b="textAreaBottom"/>
              <a:pathLst>
                <a:path w="2903" h="22548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1" name="Google Shape;173;p3"/>
            <p:cNvSpPr/>
            <p:nvPr/>
          </p:nvSpPr>
          <p:spPr>
            <a:xfrm>
              <a:off x="2795040" y="4229280"/>
              <a:ext cx="91440" cy="912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912960"/>
                <a:gd name="textAreaBottom" fmla="*/ 914400 h 912960"/>
              </a:gdLst>
              <a:ahLst/>
              <a:rect l="textAreaLeft" t="textAreaTop" r="textAreaRight" b="textAreaBottom"/>
              <a:pathLst>
                <a:path w="2903" h="15795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2" name="Google Shape;174;p3"/>
            <p:cNvSpPr/>
            <p:nvPr/>
          </p:nvSpPr>
          <p:spPr>
            <a:xfrm>
              <a:off x="3207600" y="3773520"/>
              <a:ext cx="93240" cy="13687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68720"/>
                <a:gd name="textAreaBottom" fmla="*/ 1370160 h 1368720"/>
              </a:gdLst>
              <a:ahLst/>
              <a:rect l="textAreaLeft" t="textAreaTop" r="textAreaRight" b="textAreaBottom"/>
              <a:pathLst>
                <a:path w="2959" h="23664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3" name="Google Shape;175;p3"/>
            <p:cNvSpPr/>
            <p:nvPr/>
          </p:nvSpPr>
          <p:spPr>
            <a:xfrm>
              <a:off x="3071880" y="3644280"/>
              <a:ext cx="93240" cy="1497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497960"/>
                <a:gd name="textAreaBottom" fmla="*/ 1499400 h 1497960"/>
              </a:gdLst>
              <a:ahLst/>
              <a:rect l="textAreaLeft" t="textAreaTop" r="textAreaRight" b="textAreaBottom"/>
              <a:pathLst>
                <a:path w="2959" h="25897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4" name="Google Shape;176;p3"/>
            <p:cNvSpPr/>
            <p:nvPr/>
          </p:nvSpPr>
          <p:spPr>
            <a:xfrm>
              <a:off x="3484440" y="4035240"/>
              <a:ext cx="93240" cy="1107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107000"/>
                <a:gd name="textAreaBottom" fmla="*/ 1108440 h 110700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5" name="Google Shape;177;p3"/>
            <p:cNvSpPr/>
            <p:nvPr/>
          </p:nvSpPr>
          <p:spPr>
            <a:xfrm>
              <a:off x="3348720" y="3644280"/>
              <a:ext cx="93240" cy="1497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497960"/>
                <a:gd name="textAreaBottom" fmla="*/ 1499400 h 1497960"/>
              </a:gdLst>
              <a:ahLst/>
              <a:rect l="textAreaLeft" t="textAreaTop" r="textAreaRight" b="textAreaBottom"/>
              <a:pathLst>
                <a:path w="2959" h="25897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6" name="Google Shape;178;p3"/>
            <p:cNvSpPr/>
            <p:nvPr/>
          </p:nvSpPr>
          <p:spPr>
            <a:xfrm>
              <a:off x="376128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8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7" name="Google Shape;179;p3"/>
            <p:cNvSpPr/>
            <p:nvPr/>
          </p:nvSpPr>
          <p:spPr>
            <a:xfrm>
              <a:off x="3625560" y="3902760"/>
              <a:ext cx="93240" cy="1239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239480"/>
                <a:gd name="textAreaBottom" fmla="*/ 1240920 h 1239480"/>
              </a:gdLst>
              <a:ahLst/>
              <a:rect l="textAreaLeft" t="textAreaTop" r="textAreaRight" b="textAreaBottom"/>
              <a:pathLst>
                <a:path w="2959" h="21432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8" name="Google Shape;180;p3"/>
            <p:cNvSpPr/>
            <p:nvPr/>
          </p:nvSpPr>
          <p:spPr>
            <a:xfrm>
              <a:off x="4038120" y="4229280"/>
              <a:ext cx="93240" cy="912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912960"/>
                <a:gd name="textAreaBottom" fmla="*/ 914400 h 912960"/>
              </a:gdLst>
              <a:ahLst/>
              <a:rect l="textAreaLeft" t="textAreaTop" r="textAreaRight" b="textAreaBottom"/>
              <a:pathLst>
                <a:path w="2959" h="15795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89" name="Google Shape;181;p3"/>
            <p:cNvSpPr/>
            <p:nvPr/>
          </p:nvSpPr>
          <p:spPr>
            <a:xfrm>
              <a:off x="3902400" y="4587840"/>
              <a:ext cx="93240" cy="554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54400"/>
                <a:gd name="textAreaBottom" fmla="*/ 555840 h 554400"/>
              </a:gdLst>
              <a:ahLst/>
              <a:rect l="textAreaLeft" t="textAreaTop" r="textAreaRight" b="textAreaBottom"/>
              <a:pathLst>
                <a:path w="2958" h="960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90" name="Google Shape;182;p3"/>
            <p:cNvSpPr/>
            <p:nvPr/>
          </p:nvSpPr>
          <p:spPr>
            <a:xfrm>
              <a:off x="4316760" y="4229280"/>
              <a:ext cx="93240" cy="912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912960"/>
                <a:gd name="textAreaBottom" fmla="*/ 914400 h 912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91" name="Google Shape;183;p3"/>
            <p:cNvSpPr/>
            <p:nvPr/>
          </p:nvSpPr>
          <p:spPr>
            <a:xfrm>
              <a:off x="418104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92" name="Google Shape;184;p3"/>
            <p:cNvSpPr/>
            <p:nvPr/>
          </p:nvSpPr>
          <p:spPr>
            <a:xfrm>
              <a:off x="459324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93" name="Google Shape;185;p3"/>
            <p:cNvSpPr/>
            <p:nvPr/>
          </p:nvSpPr>
          <p:spPr>
            <a:xfrm>
              <a:off x="445788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94" name="Google Shape;186;p3"/>
            <p:cNvSpPr/>
            <p:nvPr/>
          </p:nvSpPr>
          <p:spPr>
            <a:xfrm>
              <a:off x="4870080" y="3773520"/>
              <a:ext cx="93240" cy="13687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68720"/>
                <a:gd name="textAreaBottom" fmla="*/ 1370160 h 136872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95" name="Google Shape;187;p3"/>
            <p:cNvSpPr/>
            <p:nvPr/>
          </p:nvSpPr>
          <p:spPr>
            <a:xfrm>
              <a:off x="4734360" y="3902760"/>
              <a:ext cx="93240" cy="1239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239480"/>
                <a:gd name="textAreaBottom" fmla="*/ 1240920 h 12394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96" name="Google Shape;188;p3"/>
            <p:cNvSpPr/>
            <p:nvPr/>
          </p:nvSpPr>
          <p:spPr>
            <a:xfrm>
              <a:off x="5146920" y="3359880"/>
              <a:ext cx="93240" cy="1782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782000"/>
                <a:gd name="textAreaBottom" fmla="*/ 1783440 h 1782000"/>
              </a:gdLst>
              <a:ahLst/>
              <a:rect l="textAreaLeft" t="textAreaTop" r="textAreaRight" b="textAreaBottom"/>
              <a:pathLst>
                <a:path w="2958" h="30808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97" name="Google Shape;189;p3"/>
            <p:cNvSpPr/>
            <p:nvPr/>
          </p:nvSpPr>
          <p:spPr>
            <a:xfrm>
              <a:off x="5011200" y="3489120"/>
              <a:ext cx="93240" cy="1652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652760"/>
                <a:gd name="textAreaBottom" fmla="*/ 1654200 h 1652760"/>
              </a:gdLst>
              <a:ahLst/>
              <a:rect l="textAreaLeft" t="textAreaTop" r="textAreaRight" b="textAreaBottom"/>
              <a:pathLst>
                <a:path w="2959" h="28575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98" name="Google Shape;190;p3"/>
            <p:cNvSpPr/>
            <p:nvPr/>
          </p:nvSpPr>
          <p:spPr>
            <a:xfrm>
              <a:off x="542556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299" name="Google Shape;191;p3"/>
            <p:cNvSpPr/>
            <p:nvPr/>
          </p:nvSpPr>
          <p:spPr>
            <a:xfrm>
              <a:off x="5289840" y="3576600"/>
              <a:ext cx="93240" cy="1565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565640"/>
                <a:gd name="textAreaBottom" fmla="*/ 1567080 h 1565640"/>
              </a:gdLst>
              <a:ahLst/>
              <a:rect l="textAreaLeft" t="textAreaTop" r="textAreaRight" b="textAreaBottom"/>
              <a:pathLst>
                <a:path w="2959" h="27069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0" name="Google Shape;192;p3"/>
            <p:cNvSpPr/>
            <p:nvPr/>
          </p:nvSpPr>
          <p:spPr>
            <a:xfrm>
              <a:off x="5702400" y="4380840"/>
              <a:ext cx="93240" cy="761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61040"/>
                <a:gd name="textAreaBottom" fmla="*/ 762480 h 761040"/>
              </a:gdLst>
              <a:ahLst/>
              <a:rect l="textAreaLeft" t="textAreaTop" r="textAreaRight" b="textAreaBottom"/>
              <a:pathLst>
                <a:path w="2959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1" name="Google Shape;193;p3"/>
            <p:cNvSpPr/>
            <p:nvPr/>
          </p:nvSpPr>
          <p:spPr>
            <a:xfrm>
              <a:off x="5566680" y="3828600"/>
              <a:ext cx="93240" cy="1313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13640"/>
                <a:gd name="textAreaBottom" fmla="*/ 1315080 h 1313640"/>
              </a:gdLst>
              <a:ahLst/>
              <a:rect l="textAreaLeft" t="textAreaTop" r="textAreaRight" b="textAreaBottom"/>
              <a:pathLst>
                <a:path w="2959" h="22715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2" name="Google Shape;194;p3"/>
            <p:cNvSpPr/>
            <p:nvPr/>
          </p:nvSpPr>
          <p:spPr>
            <a:xfrm>
              <a:off x="597924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3" name="Google Shape;195;p3"/>
            <p:cNvSpPr/>
            <p:nvPr/>
          </p:nvSpPr>
          <p:spPr>
            <a:xfrm>
              <a:off x="5843520" y="4545720"/>
              <a:ext cx="93240" cy="596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6160"/>
                <a:gd name="textAreaBottom" fmla="*/ 597600 h 596160"/>
              </a:gdLst>
              <a:ahLst/>
              <a:rect l="textAreaLeft" t="textAreaTop" r="textAreaRight" b="textAreaBottom"/>
              <a:pathLst>
                <a:path w="2959" h="10325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4" name="Google Shape;196;p3"/>
            <p:cNvSpPr/>
            <p:nvPr/>
          </p:nvSpPr>
          <p:spPr>
            <a:xfrm>
              <a:off x="6256080" y="4536000"/>
              <a:ext cx="93240" cy="605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05880"/>
                <a:gd name="textAreaBottom" fmla="*/ 607320 h 60588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5" name="Google Shape;197;p3"/>
            <p:cNvSpPr/>
            <p:nvPr/>
          </p:nvSpPr>
          <p:spPr>
            <a:xfrm>
              <a:off x="612036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6" name="Google Shape;198;p3"/>
            <p:cNvSpPr/>
            <p:nvPr/>
          </p:nvSpPr>
          <p:spPr>
            <a:xfrm>
              <a:off x="6534720" y="3989880"/>
              <a:ext cx="91440" cy="11520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152000"/>
                <a:gd name="textAreaBottom" fmla="*/ 1153440 h 1152000"/>
              </a:gdLst>
              <a:ahLst/>
              <a:rect l="textAreaLeft" t="textAreaTop" r="textAreaRight" b="textAreaBottom"/>
              <a:pathLst>
                <a:path w="2903" h="19925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7" name="Google Shape;199;p3"/>
            <p:cNvSpPr/>
            <p:nvPr/>
          </p:nvSpPr>
          <p:spPr>
            <a:xfrm>
              <a:off x="6399000" y="4413240"/>
              <a:ext cx="91440" cy="7290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03" h="12614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8" name="Google Shape;200;p3"/>
            <p:cNvSpPr/>
            <p:nvPr/>
          </p:nvSpPr>
          <p:spPr>
            <a:xfrm>
              <a:off x="6811560" y="4536000"/>
              <a:ext cx="93240" cy="605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05880"/>
                <a:gd name="textAreaBottom" fmla="*/ 607320 h 60588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09" name="Google Shape;201;p3"/>
            <p:cNvSpPr/>
            <p:nvPr/>
          </p:nvSpPr>
          <p:spPr>
            <a:xfrm>
              <a:off x="6675840" y="4187160"/>
              <a:ext cx="93240" cy="955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955080"/>
                <a:gd name="textAreaBottom" fmla="*/ 956520 h 955080"/>
              </a:gdLst>
              <a:ahLst/>
              <a:rect l="textAreaLeft" t="textAreaTop" r="textAreaRight" b="textAreaBottom"/>
              <a:pathLst>
                <a:path w="2959" h="1652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0" name="Google Shape;202;p3"/>
            <p:cNvSpPr/>
            <p:nvPr/>
          </p:nvSpPr>
          <p:spPr>
            <a:xfrm>
              <a:off x="708840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1" name="Google Shape;203;p3"/>
            <p:cNvSpPr/>
            <p:nvPr/>
          </p:nvSpPr>
          <p:spPr>
            <a:xfrm>
              <a:off x="6952680" y="4035240"/>
              <a:ext cx="93240" cy="1107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107000"/>
                <a:gd name="textAreaBottom" fmla="*/ 1108440 h 110700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2" name="Google Shape;204;p3"/>
            <p:cNvSpPr/>
            <p:nvPr/>
          </p:nvSpPr>
          <p:spPr>
            <a:xfrm>
              <a:off x="7365240" y="4413240"/>
              <a:ext cx="93240" cy="729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9000"/>
                <a:gd name="textAreaBottom" fmla="*/ 730440 h 72900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3" name="Google Shape;205;p3"/>
            <p:cNvSpPr/>
            <p:nvPr/>
          </p:nvSpPr>
          <p:spPr>
            <a:xfrm>
              <a:off x="7229520" y="4568400"/>
              <a:ext cx="93240" cy="5738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73840"/>
                <a:gd name="textAreaBottom" fmla="*/ 575280 h 573840"/>
              </a:gdLst>
              <a:ahLst/>
              <a:rect l="textAreaLeft" t="textAreaTop" r="textAreaRight" b="textAreaBottom"/>
              <a:pathLst>
                <a:path w="2959" h="9935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4" name="Google Shape;206;p3"/>
            <p:cNvSpPr/>
            <p:nvPr/>
          </p:nvSpPr>
          <p:spPr>
            <a:xfrm>
              <a:off x="7643880" y="4219560"/>
              <a:ext cx="91440" cy="92268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922680"/>
                <a:gd name="textAreaBottom" fmla="*/ 924120 h 922680"/>
              </a:gdLst>
              <a:ahLst/>
              <a:rect l="textAreaLeft" t="textAreaTop" r="textAreaRight" b="textAreaBottom"/>
              <a:pathLst>
                <a:path w="2903" h="15962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5" name="Google Shape;207;p3"/>
            <p:cNvSpPr/>
            <p:nvPr/>
          </p:nvSpPr>
          <p:spPr>
            <a:xfrm>
              <a:off x="7506360" y="4817160"/>
              <a:ext cx="93240" cy="325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25080"/>
                <a:gd name="textAreaBottom" fmla="*/ 326520 h 325080"/>
              </a:gdLst>
              <a:ahLst/>
              <a:rect l="textAreaLeft" t="textAreaTop" r="textAreaRight" b="textAreaBottom"/>
              <a:pathLst>
                <a:path w="2959" h="5637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6" name="Google Shape;208;p3"/>
            <p:cNvSpPr/>
            <p:nvPr/>
          </p:nvSpPr>
          <p:spPr>
            <a:xfrm>
              <a:off x="7920720" y="4720320"/>
              <a:ext cx="93240" cy="421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21920"/>
                <a:gd name="textAreaBottom" fmla="*/ 423360 h 421920"/>
              </a:gdLst>
              <a:ahLst/>
              <a:rect l="textAreaLeft" t="textAreaTop" r="textAreaRight" b="textAreaBottom"/>
              <a:pathLst>
                <a:path w="2959" h="7312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7" name="Google Shape;209;p3"/>
            <p:cNvSpPr/>
            <p:nvPr/>
          </p:nvSpPr>
          <p:spPr>
            <a:xfrm>
              <a:off x="7785000" y="4481280"/>
              <a:ext cx="93240" cy="660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60960"/>
                <a:gd name="textAreaBottom" fmla="*/ 662400 h 660960"/>
              </a:gdLst>
              <a:ahLst/>
              <a:rect l="textAreaLeft" t="textAreaTop" r="textAreaRight" b="textAreaBottom"/>
              <a:pathLst>
                <a:path w="2959" h="11442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8" name="Google Shape;210;p3"/>
            <p:cNvSpPr/>
            <p:nvPr/>
          </p:nvSpPr>
          <p:spPr>
            <a:xfrm>
              <a:off x="8197560" y="4109760"/>
              <a:ext cx="93240" cy="10324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032480"/>
                <a:gd name="textAreaBottom" fmla="*/ 1033920 h 103248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19" name="Google Shape;211;p3"/>
            <p:cNvSpPr/>
            <p:nvPr/>
          </p:nvSpPr>
          <p:spPr>
            <a:xfrm>
              <a:off x="8061840" y="4481280"/>
              <a:ext cx="93240" cy="660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60960"/>
                <a:gd name="textAreaBottom" fmla="*/ 662400 h 660960"/>
              </a:gdLst>
              <a:ahLst/>
              <a:rect l="textAreaLeft" t="textAreaTop" r="textAreaRight" b="textAreaBottom"/>
              <a:pathLst>
                <a:path w="2959" h="11442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20" name="Google Shape;212;p3"/>
            <p:cNvSpPr/>
            <p:nvPr/>
          </p:nvSpPr>
          <p:spPr>
            <a:xfrm>
              <a:off x="8474400" y="4380840"/>
              <a:ext cx="93240" cy="761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61040"/>
                <a:gd name="textAreaBottom" fmla="*/ 762480 h 761040"/>
              </a:gdLst>
              <a:ahLst/>
              <a:rect l="textAreaLeft" t="textAreaTop" r="textAreaRight" b="textAreaBottom"/>
              <a:pathLst>
                <a:path w="2958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21" name="Google Shape;213;p3"/>
            <p:cNvSpPr/>
            <p:nvPr/>
          </p:nvSpPr>
          <p:spPr>
            <a:xfrm>
              <a:off x="8338680" y="3957840"/>
              <a:ext cx="93240" cy="1184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184400"/>
                <a:gd name="textAreaBottom" fmla="*/ 1185840 h 1184400"/>
              </a:gdLst>
              <a:ahLst/>
              <a:rect l="textAreaLeft" t="textAreaTop" r="textAreaRight" b="textAreaBottom"/>
              <a:pathLst>
                <a:path w="2959" h="20483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22" name="Google Shape;214;p3"/>
            <p:cNvSpPr/>
            <p:nvPr/>
          </p:nvSpPr>
          <p:spPr>
            <a:xfrm>
              <a:off x="8751240" y="3815640"/>
              <a:ext cx="93240" cy="13266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326600"/>
                <a:gd name="textAreaBottom" fmla="*/ 1328040 h 1326600"/>
              </a:gdLst>
              <a:ahLst/>
              <a:rect l="textAreaLeft" t="textAreaTop" r="textAreaRight" b="textAreaBottom"/>
              <a:pathLst>
                <a:path w="2959" h="22939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23" name="Google Shape;215;p3"/>
            <p:cNvSpPr/>
            <p:nvPr/>
          </p:nvSpPr>
          <p:spPr>
            <a:xfrm>
              <a:off x="8615520" y="3608640"/>
              <a:ext cx="93240" cy="15332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533240"/>
                <a:gd name="textAreaBottom" fmla="*/ 1534680 h 1533240"/>
              </a:gdLst>
              <a:ahLst/>
              <a:rect l="textAreaLeft" t="textAreaTop" r="textAreaRight" b="textAreaBottom"/>
              <a:pathLst>
                <a:path w="2959" h="2651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24" name="Google Shape;216;p3"/>
            <p:cNvSpPr/>
            <p:nvPr/>
          </p:nvSpPr>
          <p:spPr>
            <a:xfrm>
              <a:off x="9029880" y="3815640"/>
              <a:ext cx="91440" cy="13266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326600"/>
                <a:gd name="textAreaBottom" fmla="*/ 1328040 h 1326600"/>
              </a:gdLst>
              <a:ahLst/>
              <a:rect l="textAreaLeft" t="textAreaTop" r="textAreaRight" b="textAreaBottom"/>
              <a:pathLst>
                <a:path w="2903" h="22939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25" name="Google Shape;217;p3"/>
            <p:cNvSpPr/>
            <p:nvPr/>
          </p:nvSpPr>
          <p:spPr>
            <a:xfrm>
              <a:off x="8893800" y="3402000"/>
              <a:ext cx="91440" cy="174024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1740240"/>
                <a:gd name="textAreaBottom" fmla="*/ 1741680 h 1740240"/>
              </a:gdLst>
              <a:ahLst/>
              <a:rect l="textAreaLeft" t="textAreaTop" r="textAreaRight" b="textAreaBottom"/>
              <a:pathLst>
                <a:path w="2903" h="30082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00041c">
                <a:alpha val="18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29" name="Google Shape;219;p4"/>
          <p:cNvSpPr/>
          <p:nvPr/>
        </p:nvSpPr>
        <p:spPr>
          <a:xfrm flipH="1" rot="10800000">
            <a:off x="0" y="1081080"/>
            <a:ext cx="9142560" cy="4062600"/>
          </a:xfrm>
          <a:prstGeom prst="rect">
            <a:avLst/>
          </a:pr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30" name="Google Shape;222;p4"/>
          <p:cNvSpPr/>
          <p:nvPr/>
        </p:nvSpPr>
        <p:spPr>
          <a:xfrm>
            <a:off x="0" y="401040"/>
            <a:ext cx="9142560" cy="12916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1291680"/>
              <a:gd name="textAreaBottom" fmla="*/ 1293120 h 1291680"/>
            </a:gdLst>
            <a:ahLst/>
            <a:rect l="textAreaLeft" t="textAreaTop" r="textAreaRight" b="textAreaBottom"/>
            <a:pathLst>
              <a:path w="285750" h="40408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31" name="PlaceHolder 1"/>
          <p:cNvSpPr>
            <a:spLocks noGrp="1"/>
          </p:cNvSpPr>
          <p:nvPr>
            <p:ph type="sldNum" idx="5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4E8064D-830C-4750-9CE6-B34EFBD99565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33" name="Google Shape;224;p5"/>
          <p:cNvSpPr/>
          <p:nvPr/>
        </p:nvSpPr>
        <p:spPr>
          <a:xfrm>
            <a:off x="0" y="0"/>
            <a:ext cx="9142560" cy="1087200"/>
          </a:xfrm>
          <a:prstGeom prst="rect">
            <a:avLst/>
          </a:pr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pSp>
        <p:nvGrpSpPr>
          <p:cNvPr id="334" name="Google Shape;226;p5"/>
          <p:cNvGrpSpPr/>
          <p:nvPr/>
        </p:nvGrpSpPr>
        <p:grpSpPr>
          <a:xfrm>
            <a:off x="28440" y="3850560"/>
            <a:ext cx="9092520" cy="1291680"/>
            <a:chOff x="28440" y="3850560"/>
            <a:chExt cx="9092520" cy="1291680"/>
          </a:xfrm>
        </p:grpSpPr>
        <p:sp>
          <p:nvSpPr>
            <p:cNvPr id="335" name="Google Shape;227;p5"/>
            <p:cNvSpPr/>
            <p:nvPr/>
          </p:nvSpPr>
          <p:spPr>
            <a:xfrm>
              <a:off x="299880" y="4626000"/>
              <a:ext cx="227160" cy="516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516240"/>
                <a:gd name="textAreaBottom" fmla="*/ 517680 h 516240"/>
              </a:gdLst>
              <a:ahLst/>
              <a:rect l="textAreaLeft" t="textAreaTop" r="textAreaRight" b="textAreaBottom"/>
              <a:pathLst>
                <a:path w="7144" h="20371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36" name="Google Shape;228;p5"/>
            <p:cNvSpPr/>
            <p:nvPr/>
          </p:nvSpPr>
          <p:spPr>
            <a:xfrm>
              <a:off x="28440" y="4410720"/>
              <a:ext cx="227160" cy="7315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145" h="28854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37" name="Google Shape;229;p5"/>
            <p:cNvSpPr/>
            <p:nvPr/>
          </p:nvSpPr>
          <p:spPr>
            <a:xfrm>
              <a:off x="5767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38" name="Google Shape;230;p5"/>
            <p:cNvSpPr/>
            <p:nvPr/>
          </p:nvSpPr>
          <p:spPr>
            <a:xfrm>
              <a:off x="853560" y="4331160"/>
              <a:ext cx="228960" cy="8110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811080"/>
                <a:gd name="textAreaBottom" fmla="*/ 812520 h 811080"/>
              </a:gdLst>
              <a:ahLst/>
              <a:rect l="textAreaLeft" t="textAreaTop" r="textAreaRight" b="textAreaBottom"/>
              <a:pathLst>
                <a:path w="7200" h="3198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39" name="Google Shape;231;p5"/>
            <p:cNvSpPr/>
            <p:nvPr/>
          </p:nvSpPr>
          <p:spPr>
            <a:xfrm>
              <a:off x="1130400" y="4734000"/>
              <a:ext cx="228960" cy="4082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408240"/>
                <a:gd name="textAreaBottom" fmla="*/ 409680 h 408240"/>
              </a:gdLst>
              <a:ahLst/>
              <a:rect l="textAreaLeft" t="textAreaTop" r="textAreaRight" b="textAreaBottom"/>
              <a:pathLst>
                <a:path w="7200" h="1613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40" name="Google Shape;232;p5"/>
            <p:cNvSpPr/>
            <p:nvPr/>
          </p:nvSpPr>
          <p:spPr>
            <a:xfrm>
              <a:off x="1409040" y="4094280"/>
              <a:ext cx="227160" cy="104760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145" h="4130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41" name="Google Shape;233;p5"/>
            <p:cNvSpPr/>
            <p:nvPr/>
          </p:nvSpPr>
          <p:spPr>
            <a:xfrm>
              <a:off x="1685880" y="4375080"/>
              <a:ext cx="228960" cy="7671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67160"/>
                <a:gd name="textAreaBottom" fmla="*/ 768600 h 767160"/>
              </a:gdLst>
              <a:ahLst/>
              <a:rect l="textAreaLeft" t="textAreaTop" r="textAreaRight" b="textAreaBottom"/>
              <a:pathLst>
                <a:path w="7200" h="3025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42" name="Google Shape;234;p5"/>
            <p:cNvSpPr/>
            <p:nvPr/>
          </p:nvSpPr>
          <p:spPr>
            <a:xfrm>
              <a:off x="19627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43" name="Google Shape;235;p5"/>
            <p:cNvSpPr/>
            <p:nvPr/>
          </p:nvSpPr>
          <p:spPr>
            <a:xfrm>
              <a:off x="2239560" y="4518360"/>
              <a:ext cx="228960" cy="6238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23880"/>
                <a:gd name="textAreaBottom" fmla="*/ 625320 h 623880"/>
              </a:gdLst>
              <a:ahLst/>
              <a:rect l="textAreaLeft" t="textAreaTop" r="textAreaRight" b="textAreaBottom"/>
              <a:pathLst>
                <a:path w="7200" h="24613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44" name="Google Shape;236;p5"/>
            <p:cNvSpPr/>
            <p:nvPr/>
          </p:nvSpPr>
          <p:spPr>
            <a:xfrm>
              <a:off x="251640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45" name="Google Shape;237;p5"/>
            <p:cNvSpPr/>
            <p:nvPr/>
          </p:nvSpPr>
          <p:spPr>
            <a:xfrm>
              <a:off x="2795040" y="4375080"/>
              <a:ext cx="227160" cy="7671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767160"/>
                <a:gd name="textAreaBottom" fmla="*/ 768600 h 767160"/>
              </a:gdLst>
              <a:ahLst/>
              <a:rect l="textAreaLeft" t="textAreaTop" r="textAreaRight" b="textAreaBottom"/>
              <a:pathLst>
                <a:path w="7145" h="3025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46" name="Google Shape;238;p5"/>
            <p:cNvSpPr/>
            <p:nvPr/>
          </p:nvSpPr>
          <p:spPr>
            <a:xfrm>
              <a:off x="3071880" y="3965400"/>
              <a:ext cx="228960" cy="11768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176840"/>
                <a:gd name="textAreaBottom" fmla="*/ 1178280 h 1176840"/>
              </a:gdLst>
              <a:ahLst/>
              <a:rect l="textAreaLeft" t="textAreaTop" r="textAreaRight" b="textAreaBottom"/>
              <a:pathLst>
                <a:path w="7200" h="46379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47" name="Google Shape;239;p5"/>
            <p:cNvSpPr/>
            <p:nvPr/>
          </p:nvSpPr>
          <p:spPr>
            <a:xfrm>
              <a:off x="334872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48" name="Google Shape;240;p5"/>
            <p:cNvSpPr/>
            <p:nvPr/>
          </p:nvSpPr>
          <p:spPr>
            <a:xfrm>
              <a:off x="3625560" y="4410720"/>
              <a:ext cx="228960" cy="731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49" name="Google Shape;241;p5"/>
            <p:cNvSpPr/>
            <p:nvPr/>
          </p:nvSpPr>
          <p:spPr>
            <a:xfrm>
              <a:off x="3904200" y="4626000"/>
              <a:ext cx="227160" cy="516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516240"/>
                <a:gd name="textAreaBottom" fmla="*/ 517680 h 516240"/>
              </a:gdLst>
              <a:ahLst/>
              <a:rect l="textAreaLeft" t="textAreaTop" r="textAreaRight" b="textAreaBottom"/>
              <a:pathLst>
                <a:path w="7145" h="20371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50" name="Google Shape;242;p5"/>
            <p:cNvSpPr/>
            <p:nvPr/>
          </p:nvSpPr>
          <p:spPr>
            <a:xfrm>
              <a:off x="4181040" y="4461840"/>
              <a:ext cx="228960" cy="6804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80400"/>
                <a:gd name="textAreaBottom" fmla="*/ 681840 h 680400"/>
              </a:gdLst>
              <a:ahLst/>
              <a:rect l="textAreaLeft" t="textAreaTop" r="textAreaRight" b="textAreaBottom"/>
              <a:pathLst>
                <a:path w="7201" h="26845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51" name="Google Shape;243;p5"/>
            <p:cNvSpPr/>
            <p:nvPr/>
          </p:nvSpPr>
          <p:spPr>
            <a:xfrm>
              <a:off x="4457880" y="4239000"/>
              <a:ext cx="228960" cy="9032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03240"/>
                <a:gd name="textAreaBottom" fmla="*/ 904680 h 903240"/>
              </a:gdLst>
              <a:ahLst/>
              <a:rect l="textAreaLeft" t="textAreaTop" r="textAreaRight" b="textAreaBottom"/>
              <a:pathLst>
                <a:path w="7200" h="35608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52" name="Google Shape;244;p5"/>
            <p:cNvSpPr/>
            <p:nvPr/>
          </p:nvSpPr>
          <p:spPr>
            <a:xfrm>
              <a:off x="473436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53" name="Google Shape;245;p5"/>
            <p:cNvSpPr/>
            <p:nvPr/>
          </p:nvSpPr>
          <p:spPr>
            <a:xfrm>
              <a:off x="5011200" y="3850560"/>
              <a:ext cx="228960" cy="1291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91680"/>
                <a:gd name="textAreaBottom" fmla="*/ 1293120 h 129168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54" name="Google Shape;246;p5"/>
            <p:cNvSpPr/>
            <p:nvPr/>
          </p:nvSpPr>
          <p:spPr>
            <a:xfrm>
              <a:off x="5289840" y="4187880"/>
              <a:ext cx="227160" cy="9543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145" h="37617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55" name="Google Shape;247;p5"/>
            <p:cNvSpPr/>
            <p:nvPr/>
          </p:nvSpPr>
          <p:spPr>
            <a:xfrm>
              <a:off x="5566680" y="4000680"/>
              <a:ext cx="228960" cy="1141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141200"/>
                <a:gd name="textAreaBottom" fmla="*/ 1142640 h 1141200"/>
              </a:gdLst>
              <a:ahLst/>
              <a:rect l="textAreaLeft" t="textAreaTop" r="textAreaRight" b="textAreaBottom"/>
              <a:pathLst>
                <a:path w="7201" h="44984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56" name="Google Shape;248;p5"/>
            <p:cNvSpPr/>
            <p:nvPr/>
          </p:nvSpPr>
          <p:spPr>
            <a:xfrm>
              <a:off x="584352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57" name="Google Shape;249;p5"/>
            <p:cNvSpPr/>
            <p:nvPr/>
          </p:nvSpPr>
          <p:spPr>
            <a:xfrm>
              <a:off x="6120360" y="4497120"/>
              <a:ext cx="228960" cy="6451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45120"/>
                <a:gd name="textAreaBottom" fmla="*/ 646560 h 645120"/>
              </a:gdLst>
              <a:ahLst/>
              <a:rect l="textAreaLeft" t="textAreaTop" r="textAreaRight" b="textAreaBottom"/>
              <a:pathLst>
                <a:path w="7201" h="2545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58" name="Google Shape;250;p5"/>
            <p:cNvSpPr/>
            <p:nvPr/>
          </p:nvSpPr>
          <p:spPr>
            <a:xfrm>
              <a:off x="6399000" y="4331160"/>
              <a:ext cx="227160" cy="81108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811080"/>
                <a:gd name="textAreaBottom" fmla="*/ 812520 h 811080"/>
              </a:gdLst>
              <a:ahLst/>
              <a:rect l="textAreaLeft" t="textAreaTop" r="textAreaRight" b="textAreaBottom"/>
              <a:pathLst>
                <a:path w="7144" h="3198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59" name="Google Shape;251;p5"/>
            <p:cNvSpPr/>
            <p:nvPr/>
          </p:nvSpPr>
          <p:spPr>
            <a:xfrm>
              <a:off x="6675840" y="4663080"/>
              <a:ext cx="228960" cy="4791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479160"/>
                <a:gd name="textAreaBottom" fmla="*/ 480600 h 479160"/>
              </a:gdLst>
              <a:ahLst/>
              <a:rect l="textAreaLeft" t="textAreaTop" r="textAreaRight" b="textAreaBottom"/>
              <a:pathLst>
                <a:path w="7201" h="1892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60" name="Google Shape;252;p5"/>
            <p:cNvSpPr/>
            <p:nvPr/>
          </p:nvSpPr>
          <p:spPr>
            <a:xfrm>
              <a:off x="695268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61" name="Google Shape;253;p5"/>
            <p:cNvSpPr/>
            <p:nvPr/>
          </p:nvSpPr>
          <p:spPr>
            <a:xfrm>
              <a:off x="7229520" y="4410720"/>
              <a:ext cx="228960" cy="731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62" name="Google Shape;254;p5"/>
            <p:cNvSpPr/>
            <p:nvPr/>
          </p:nvSpPr>
          <p:spPr>
            <a:xfrm>
              <a:off x="7506360" y="4051800"/>
              <a:ext cx="228960" cy="10904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90440"/>
                <a:gd name="textAreaBottom" fmla="*/ 1091880 h 1090440"/>
              </a:gdLst>
              <a:ahLst/>
              <a:rect l="textAreaLeft" t="textAreaTop" r="textAreaRight" b="textAreaBottom"/>
              <a:pathLst>
                <a:path w="7201" h="42975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63" name="Google Shape;255;p5"/>
            <p:cNvSpPr/>
            <p:nvPr/>
          </p:nvSpPr>
          <p:spPr>
            <a:xfrm>
              <a:off x="7785000" y="4239000"/>
              <a:ext cx="227160" cy="903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903240"/>
                <a:gd name="textAreaBottom" fmla="*/ 904680 h 903240"/>
              </a:gdLst>
              <a:ahLst/>
              <a:rect l="textAreaLeft" t="textAreaTop" r="textAreaRight" b="textAreaBottom"/>
              <a:pathLst>
                <a:path w="7144" h="35608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64" name="Google Shape;256;p5"/>
            <p:cNvSpPr/>
            <p:nvPr/>
          </p:nvSpPr>
          <p:spPr>
            <a:xfrm>
              <a:off x="8061840" y="3915720"/>
              <a:ext cx="228960" cy="1226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26520"/>
                <a:gd name="textAreaBottom" fmla="*/ 1227960 h 1226520"/>
              </a:gdLst>
              <a:ahLst/>
              <a:rect l="textAreaLeft" t="textAreaTop" r="textAreaRight" b="textAreaBottom"/>
              <a:pathLst>
                <a:path w="7201" h="48332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65" name="Google Shape;257;p5"/>
            <p:cNvSpPr/>
            <p:nvPr/>
          </p:nvSpPr>
          <p:spPr>
            <a:xfrm>
              <a:off x="8338680" y="3850560"/>
              <a:ext cx="228960" cy="1291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91680"/>
                <a:gd name="textAreaBottom" fmla="*/ 1293120 h 129168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66" name="Google Shape;258;p5"/>
            <p:cNvSpPr/>
            <p:nvPr/>
          </p:nvSpPr>
          <p:spPr>
            <a:xfrm>
              <a:off x="86155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0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67" name="Google Shape;259;p5"/>
            <p:cNvSpPr/>
            <p:nvPr/>
          </p:nvSpPr>
          <p:spPr>
            <a:xfrm>
              <a:off x="8893800" y="3915720"/>
              <a:ext cx="227160" cy="12265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226520"/>
                <a:gd name="textAreaBottom" fmla="*/ 1227960 h 1226520"/>
              </a:gdLst>
              <a:ahLst/>
              <a:rect l="textAreaLeft" t="textAreaTop" r="textAreaRight" b="textAreaBottom"/>
              <a:pathLst>
                <a:path w="7145" h="48332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368" name="Google Shape;260;p5"/>
          <p:cNvGrpSpPr/>
          <p:nvPr/>
        </p:nvGrpSpPr>
        <p:grpSpPr>
          <a:xfrm>
            <a:off x="28440" y="4361040"/>
            <a:ext cx="9092880" cy="781200"/>
            <a:chOff x="28440" y="4361040"/>
            <a:chExt cx="9092880" cy="781200"/>
          </a:xfrm>
        </p:grpSpPr>
        <p:sp>
          <p:nvSpPr>
            <p:cNvPr id="369" name="Google Shape;261;p5"/>
            <p:cNvSpPr/>
            <p:nvPr/>
          </p:nvSpPr>
          <p:spPr>
            <a:xfrm>
              <a:off x="435600" y="4857120"/>
              <a:ext cx="91440" cy="2851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285120"/>
                <a:gd name="textAreaBottom" fmla="*/ 286560 h 285120"/>
              </a:gdLst>
              <a:ahLst/>
              <a:rect l="textAreaLeft" t="textAreaTop" r="textAreaRight" b="textAreaBottom"/>
              <a:pathLst>
                <a:path w="2903" h="11274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0" name="Google Shape;262;p5"/>
            <p:cNvSpPr/>
            <p:nvPr/>
          </p:nvSpPr>
          <p:spPr>
            <a:xfrm>
              <a:off x="299880" y="4742280"/>
              <a:ext cx="91440" cy="399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03" h="15795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1" name="Google Shape;263;p5"/>
            <p:cNvSpPr/>
            <p:nvPr/>
          </p:nvSpPr>
          <p:spPr>
            <a:xfrm>
              <a:off x="164160" y="4690080"/>
              <a:ext cx="91440" cy="4521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03" h="1786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2" name="Google Shape;264;p5"/>
            <p:cNvSpPr/>
            <p:nvPr/>
          </p:nvSpPr>
          <p:spPr>
            <a:xfrm>
              <a:off x="28440" y="4823280"/>
              <a:ext cx="91440" cy="318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04" h="12614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3" name="Google Shape;265;p5"/>
            <p:cNvSpPr/>
            <p:nvPr/>
          </p:nvSpPr>
          <p:spPr>
            <a:xfrm>
              <a:off x="7124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4" name="Google Shape;266;p5"/>
            <p:cNvSpPr/>
            <p:nvPr/>
          </p:nvSpPr>
          <p:spPr>
            <a:xfrm>
              <a:off x="576720" y="4833000"/>
              <a:ext cx="93240" cy="3092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09240"/>
                <a:gd name="textAreaBottom" fmla="*/ 310680 h 309240"/>
              </a:gdLst>
              <a:ahLst/>
              <a:rect l="textAreaLeft" t="textAreaTop" r="textAreaRight" b="textAreaBottom"/>
              <a:pathLst>
                <a:path w="2959" h="12223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5" name="Google Shape;267;p5"/>
            <p:cNvSpPr/>
            <p:nvPr/>
          </p:nvSpPr>
          <p:spPr>
            <a:xfrm>
              <a:off x="98928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8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6" name="Google Shape;268;p5"/>
            <p:cNvSpPr/>
            <p:nvPr/>
          </p:nvSpPr>
          <p:spPr>
            <a:xfrm>
              <a:off x="853560" y="4633200"/>
              <a:ext cx="93240" cy="509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09040"/>
                <a:gd name="textAreaBottom" fmla="*/ 510480 h 509040"/>
              </a:gdLst>
              <a:ahLst/>
              <a:rect l="textAreaLeft" t="textAreaTop" r="textAreaRight" b="textAreaBottom"/>
              <a:pathLst>
                <a:path w="2959" h="20092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7" name="Google Shape;269;p5"/>
            <p:cNvSpPr/>
            <p:nvPr/>
          </p:nvSpPr>
          <p:spPr>
            <a:xfrm>
              <a:off x="126612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8" name="Google Shape;270;p5"/>
            <p:cNvSpPr/>
            <p:nvPr/>
          </p:nvSpPr>
          <p:spPr>
            <a:xfrm>
              <a:off x="1130400" y="4647240"/>
              <a:ext cx="93240" cy="494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94640"/>
                <a:gd name="textAreaBottom" fmla="*/ 496080 h 494640"/>
              </a:gdLst>
              <a:ahLst/>
              <a:rect l="textAreaLeft" t="textAreaTop" r="textAreaRight" b="textAreaBottom"/>
              <a:pathLst>
                <a:path w="2959" h="19534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79" name="Google Shape;271;p5"/>
            <p:cNvSpPr/>
            <p:nvPr/>
          </p:nvSpPr>
          <p:spPr>
            <a:xfrm>
              <a:off x="15429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0" name="Google Shape;272;p5"/>
            <p:cNvSpPr/>
            <p:nvPr/>
          </p:nvSpPr>
          <p:spPr>
            <a:xfrm>
              <a:off x="140724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1" name="Google Shape;273;p5"/>
            <p:cNvSpPr/>
            <p:nvPr/>
          </p:nvSpPr>
          <p:spPr>
            <a:xfrm>
              <a:off x="1821600" y="4599360"/>
              <a:ext cx="91440" cy="54288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03" h="21432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2" name="Google Shape;274;p5"/>
            <p:cNvSpPr/>
            <p:nvPr/>
          </p:nvSpPr>
          <p:spPr>
            <a:xfrm>
              <a:off x="168588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3" name="Google Shape;275;p5"/>
            <p:cNvSpPr/>
            <p:nvPr/>
          </p:nvSpPr>
          <p:spPr>
            <a:xfrm>
              <a:off x="209844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4" name="Google Shape;276;p5"/>
            <p:cNvSpPr/>
            <p:nvPr/>
          </p:nvSpPr>
          <p:spPr>
            <a:xfrm>
              <a:off x="196272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5" name="Google Shape;277;p5"/>
            <p:cNvSpPr/>
            <p:nvPr/>
          </p:nvSpPr>
          <p:spPr>
            <a:xfrm>
              <a:off x="2375280" y="4800600"/>
              <a:ext cx="93240" cy="341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41640"/>
                <a:gd name="textAreaBottom" fmla="*/ 343080 h 341640"/>
              </a:gdLst>
              <a:ahLst/>
              <a:rect l="textAreaLeft" t="textAreaTop" r="textAreaRight" b="textAreaBottom"/>
              <a:pathLst>
                <a:path w="2958" h="13507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6" name="Google Shape;278;p5"/>
            <p:cNvSpPr/>
            <p:nvPr/>
          </p:nvSpPr>
          <p:spPr>
            <a:xfrm>
              <a:off x="2239560" y="4661640"/>
              <a:ext cx="93240" cy="4806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0600"/>
                <a:gd name="textAreaBottom" fmla="*/ 482040 h 480600"/>
              </a:gdLst>
              <a:ahLst/>
              <a:rect l="textAreaLeft" t="textAreaTop" r="textAreaRight" b="textAreaBottom"/>
              <a:pathLst>
                <a:path w="2959" h="18976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7" name="Google Shape;279;p5"/>
            <p:cNvSpPr/>
            <p:nvPr/>
          </p:nvSpPr>
          <p:spPr>
            <a:xfrm>
              <a:off x="2652120" y="4794840"/>
              <a:ext cx="93240" cy="347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47400"/>
                <a:gd name="textAreaBottom" fmla="*/ 348840 h 347400"/>
              </a:gdLst>
              <a:ahLst/>
              <a:rect l="textAreaLeft" t="textAreaTop" r="textAreaRight" b="textAreaBottom"/>
              <a:pathLst>
                <a:path w="2959" h="1373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8" name="Google Shape;280;p5"/>
            <p:cNvSpPr/>
            <p:nvPr/>
          </p:nvSpPr>
          <p:spPr>
            <a:xfrm>
              <a:off x="2516400" y="4843080"/>
              <a:ext cx="93240" cy="299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99160"/>
                <a:gd name="textAreaBottom" fmla="*/ 300600 h 299160"/>
              </a:gdLst>
              <a:ahLst/>
              <a:rect l="textAreaLeft" t="textAreaTop" r="textAreaRight" b="textAreaBottom"/>
              <a:pathLst>
                <a:path w="2959" h="11832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89" name="Google Shape;281;p5"/>
            <p:cNvSpPr/>
            <p:nvPr/>
          </p:nvSpPr>
          <p:spPr>
            <a:xfrm>
              <a:off x="2930760" y="4570920"/>
              <a:ext cx="91440" cy="5713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71320"/>
                <a:gd name="textAreaBottom" fmla="*/ 572760 h 571320"/>
              </a:gdLst>
              <a:ahLst/>
              <a:rect l="textAreaLeft" t="textAreaTop" r="textAreaRight" b="textAreaBottom"/>
              <a:pathLst>
                <a:path w="2903" h="22548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0" name="Google Shape;282;p5"/>
            <p:cNvSpPr/>
            <p:nvPr/>
          </p:nvSpPr>
          <p:spPr>
            <a:xfrm>
              <a:off x="2795040" y="4742280"/>
              <a:ext cx="91440" cy="399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03" h="15795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1" name="Google Shape;283;p5"/>
            <p:cNvSpPr/>
            <p:nvPr/>
          </p:nvSpPr>
          <p:spPr>
            <a:xfrm>
              <a:off x="320760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2" name="Google Shape;284;p5"/>
            <p:cNvSpPr/>
            <p:nvPr/>
          </p:nvSpPr>
          <p:spPr>
            <a:xfrm>
              <a:off x="3071880" y="4485600"/>
              <a:ext cx="93240" cy="656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56640"/>
                <a:gd name="textAreaBottom" fmla="*/ 658080 h 656640"/>
              </a:gdLst>
              <a:ahLst/>
              <a:rect l="textAreaLeft" t="textAreaTop" r="textAreaRight" b="textAreaBottom"/>
              <a:pathLst>
                <a:path w="2959" h="25897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3" name="Google Shape;285;p5"/>
            <p:cNvSpPr/>
            <p:nvPr/>
          </p:nvSpPr>
          <p:spPr>
            <a:xfrm>
              <a:off x="3484440" y="4657320"/>
              <a:ext cx="93240" cy="484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4920"/>
                <a:gd name="textAreaBottom" fmla="*/ 486360 h 48492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4" name="Google Shape;286;p5"/>
            <p:cNvSpPr/>
            <p:nvPr/>
          </p:nvSpPr>
          <p:spPr>
            <a:xfrm>
              <a:off x="3348720" y="4485600"/>
              <a:ext cx="93240" cy="656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56640"/>
                <a:gd name="textAreaBottom" fmla="*/ 658080 h 656640"/>
              </a:gdLst>
              <a:ahLst/>
              <a:rect l="textAreaLeft" t="textAreaTop" r="textAreaRight" b="textAreaBottom"/>
              <a:pathLst>
                <a:path w="2959" h="25897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5" name="Google Shape;287;p5"/>
            <p:cNvSpPr/>
            <p:nvPr/>
          </p:nvSpPr>
          <p:spPr>
            <a:xfrm>
              <a:off x="376128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8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6" name="Google Shape;288;p5"/>
            <p:cNvSpPr/>
            <p:nvPr/>
          </p:nvSpPr>
          <p:spPr>
            <a:xfrm>
              <a:off x="362556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7" name="Google Shape;289;p5"/>
            <p:cNvSpPr/>
            <p:nvPr/>
          </p:nvSpPr>
          <p:spPr>
            <a:xfrm>
              <a:off x="403812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8" name="Google Shape;290;p5"/>
            <p:cNvSpPr/>
            <p:nvPr/>
          </p:nvSpPr>
          <p:spPr>
            <a:xfrm>
              <a:off x="3902400" y="4899960"/>
              <a:ext cx="93240" cy="2422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42280"/>
                <a:gd name="textAreaBottom" fmla="*/ 243720 h 242280"/>
              </a:gdLst>
              <a:ahLst/>
              <a:rect l="textAreaLeft" t="textAreaTop" r="textAreaRight" b="textAreaBottom"/>
              <a:pathLst>
                <a:path w="2958" h="960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399" name="Google Shape;291;p5"/>
            <p:cNvSpPr/>
            <p:nvPr/>
          </p:nvSpPr>
          <p:spPr>
            <a:xfrm>
              <a:off x="431676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0" name="Google Shape;292;p5"/>
            <p:cNvSpPr/>
            <p:nvPr/>
          </p:nvSpPr>
          <p:spPr>
            <a:xfrm>
              <a:off x="418104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1" name="Google Shape;293;p5"/>
            <p:cNvSpPr/>
            <p:nvPr/>
          </p:nvSpPr>
          <p:spPr>
            <a:xfrm>
              <a:off x="45932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2" name="Google Shape;294;p5"/>
            <p:cNvSpPr/>
            <p:nvPr/>
          </p:nvSpPr>
          <p:spPr>
            <a:xfrm>
              <a:off x="445788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3" name="Google Shape;295;p5"/>
            <p:cNvSpPr/>
            <p:nvPr/>
          </p:nvSpPr>
          <p:spPr>
            <a:xfrm>
              <a:off x="487008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4" name="Google Shape;296;p5"/>
            <p:cNvSpPr/>
            <p:nvPr/>
          </p:nvSpPr>
          <p:spPr>
            <a:xfrm>
              <a:off x="473436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5" name="Google Shape;297;p5"/>
            <p:cNvSpPr/>
            <p:nvPr/>
          </p:nvSpPr>
          <p:spPr>
            <a:xfrm>
              <a:off x="5146920" y="4361040"/>
              <a:ext cx="93240" cy="7812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81200"/>
                <a:gd name="textAreaBottom" fmla="*/ 782640 h 781200"/>
              </a:gdLst>
              <a:ahLst/>
              <a:rect l="textAreaLeft" t="textAreaTop" r="textAreaRight" b="textAreaBottom"/>
              <a:pathLst>
                <a:path w="2958" h="30808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6" name="Google Shape;298;p5"/>
            <p:cNvSpPr/>
            <p:nvPr/>
          </p:nvSpPr>
          <p:spPr>
            <a:xfrm>
              <a:off x="5011200" y="4417560"/>
              <a:ext cx="93240" cy="7246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4680"/>
                <a:gd name="textAreaBottom" fmla="*/ 726120 h 724680"/>
              </a:gdLst>
              <a:ahLst/>
              <a:rect l="textAreaLeft" t="textAreaTop" r="textAreaRight" b="textAreaBottom"/>
              <a:pathLst>
                <a:path w="2959" h="28575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7" name="Google Shape;299;p5"/>
            <p:cNvSpPr/>
            <p:nvPr/>
          </p:nvSpPr>
          <p:spPr>
            <a:xfrm>
              <a:off x="54255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8" name="Google Shape;300;p5"/>
            <p:cNvSpPr/>
            <p:nvPr/>
          </p:nvSpPr>
          <p:spPr>
            <a:xfrm>
              <a:off x="5289840" y="4456080"/>
              <a:ext cx="93240" cy="686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86160"/>
                <a:gd name="textAreaBottom" fmla="*/ 687600 h 686160"/>
              </a:gdLst>
              <a:ahLst/>
              <a:rect l="textAreaLeft" t="textAreaTop" r="textAreaRight" b="textAreaBottom"/>
              <a:pathLst>
                <a:path w="2959" h="27069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09" name="Google Shape;301;p5"/>
            <p:cNvSpPr/>
            <p:nvPr/>
          </p:nvSpPr>
          <p:spPr>
            <a:xfrm>
              <a:off x="570240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0" name="Google Shape;302;p5"/>
            <p:cNvSpPr/>
            <p:nvPr/>
          </p:nvSpPr>
          <p:spPr>
            <a:xfrm>
              <a:off x="5566680" y="4566600"/>
              <a:ext cx="93240" cy="575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75640"/>
                <a:gd name="textAreaBottom" fmla="*/ 577080 h 575640"/>
              </a:gdLst>
              <a:ahLst/>
              <a:rect l="textAreaLeft" t="textAreaTop" r="textAreaRight" b="textAreaBottom"/>
              <a:pathLst>
                <a:path w="2959" h="22715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1" name="Google Shape;303;p5"/>
            <p:cNvSpPr/>
            <p:nvPr/>
          </p:nvSpPr>
          <p:spPr>
            <a:xfrm>
              <a:off x="59792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2" name="Google Shape;304;p5"/>
            <p:cNvSpPr/>
            <p:nvPr/>
          </p:nvSpPr>
          <p:spPr>
            <a:xfrm>
              <a:off x="5843520" y="4881240"/>
              <a:ext cx="93240" cy="261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1000"/>
                <a:gd name="textAreaBottom" fmla="*/ 262440 h 261000"/>
              </a:gdLst>
              <a:ahLst/>
              <a:rect l="textAreaLeft" t="textAreaTop" r="textAreaRight" b="textAreaBottom"/>
              <a:pathLst>
                <a:path w="2959" h="10325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3" name="Google Shape;305;p5"/>
            <p:cNvSpPr/>
            <p:nvPr/>
          </p:nvSpPr>
          <p:spPr>
            <a:xfrm>
              <a:off x="6256080" y="4876920"/>
              <a:ext cx="93240" cy="264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4960"/>
                <a:gd name="textAreaBottom" fmla="*/ 266400 h 26496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4" name="Google Shape;306;p5"/>
            <p:cNvSpPr/>
            <p:nvPr/>
          </p:nvSpPr>
          <p:spPr>
            <a:xfrm>
              <a:off x="612036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5" name="Google Shape;307;p5"/>
            <p:cNvSpPr/>
            <p:nvPr/>
          </p:nvSpPr>
          <p:spPr>
            <a:xfrm>
              <a:off x="6534720" y="4637520"/>
              <a:ext cx="91440" cy="5047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04720"/>
                <a:gd name="textAreaBottom" fmla="*/ 506160 h 504720"/>
              </a:gdLst>
              <a:ahLst/>
              <a:rect l="textAreaLeft" t="textAreaTop" r="textAreaRight" b="textAreaBottom"/>
              <a:pathLst>
                <a:path w="2903" h="19925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6" name="Google Shape;308;p5"/>
            <p:cNvSpPr/>
            <p:nvPr/>
          </p:nvSpPr>
          <p:spPr>
            <a:xfrm>
              <a:off x="6399000" y="4823280"/>
              <a:ext cx="91440" cy="318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03" h="12614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7" name="Google Shape;309;p5"/>
            <p:cNvSpPr/>
            <p:nvPr/>
          </p:nvSpPr>
          <p:spPr>
            <a:xfrm>
              <a:off x="6811560" y="4876920"/>
              <a:ext cx="93240" cy="264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4960"/>
                <a:gd name="textAreaBottom" fmla="*/ 266400 h 26496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8" name="Google Shape;310;p5"/>
            <p:cNvSpPr/>
            <p:nvPr/>
          </p:nvSpPr>
          <p:spPr>
            <a:xfrm>
              <a:off x="6675840" y="4723920"/>
              <a:ext cx="93240" cy="418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18320"/>
                <a:gd name="textAreaBottom" fmla="*/ 419760 h 418320"/>
              </a:gdLst>
              <a:ahLst/>
              <a:rect l="textAreaLeft" t="textAreaTop" r="textAreaRight" b="textAreaBottom"/>
              <a:pathLst>
                <a:path w="2959" h="1652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19" name="Google Shape;311;p5"/>
            <p:cNvSpPr/>
            <p:nvPr/>
          </p:nvSpPr>
          <p:spPr>
            <a:xfrm>
              <a:off x="708840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0" name="Google Shape;312;p5"/>
            <p:cNvSpPr/>
            <p:nvPr/>
          </p:nvSpPr>
          <p:spPr>
            <a:xfrm>
              <a:off x="6952680" y="4657320"/>
              <a:ext cx="93240" cy="484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4920"/>
                <a:gd name="textAreaBottom" fmla="*/ 486360 h 48492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1" name="Google Shape;313;p5"/>
            <p:cNvSpPr/>
            <p:nvPr/>
          </p:nvSpPr>
          <p:spPr>
            <a:xfrm>
              <a:off x="736524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2" name="Google Shape;314;p5"/>
            <p:cNvSpPr/>
            <p:nvPr/>
          </p:nvSpPr>
          <p:spPr>
            <a:xfrm>
              <a:off x="7229520" y="4891320"/>
              <a:ext cx="93240" cy="250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50920"/>
                <a:gd name="textAreaBottom" fmla="*/ 252360 h 250920"/>
              </a:gdLst>
              <a:ahLst/>
              <a:rect l="textAreaLeft" t="textAreaTop" r="textAreaRight" b="textAreaBottom"/>
              <a:pathLst>
                <a:path w="2959" h="9935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3" name="Google Shape;315;p5"/>
            <p:cNvSpPr/>
            <p:nvPr/>
          </p:nvSpPr>
          <p:spPr>
            <a:xfrm>
              <a:off x="7643880" y="4738320"/>
              <a:ext cx="91440" cy="4039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403920"/>
                <a:gd name="textAreaBottom" fmla="*/ 405360 h 403920"/>
              </a:gdLst>
              <a:ahLst/>
              <a:rect l="textAreaLeft" t="textAreaTop" r="textAreaRight" b="textAreaBottom"/>
              <a:pathLst>
                <a:path w="2903" h="15962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4" name="Google Shape;316;p5"/>
            <p:cNvSpPr/>
            <p:nvPr/>
          </p:nvSpPr>
          <p:spPr>
            <a:xfrm>
              <a:off x="7506360" y="5000400"/>
              <a:ext cx="93240" cy="1418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41840"/>
                <a:gd name="textAreaBottom" fmla="*/ 143280 h 141840"/>
              </a:gdLst>
              <a:ahLst/>
              <a:rect l="textAreaLeft" t="textAreaTop" r="textAreaRight" b="textAreaBottom"/>
              <a:pathLst>
                <a:path w="2959" h="5637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1640" bIns="71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5" name="Google Shape;317;p5"/>
            <p:cNvSpPr/>
            <p:nvPr/>
          </p:nvSpPr>
          <p:spPr>
            <a:xfrm>
              <a:off x="7920720" y="4957920"/>
              <a:ext cx="93240" cy="184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84320"/>
                <a:gd name="textAreaBottom" fmla="*/ 185760 h 184320"/>
              </a:gdLst>
              <a:ahLst/>
              <a:rect l="textAreaLeft" t="textAreaTop" r="textAreaRight" b="textAreaBottom"/>
              <a:pathLst>
                <a:path w="2959" h="7312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6" name="Google Shape;318;p5"/>
            <p:cNvSpPr/>
            <p:nvPr/>
          </p:nvSpPr>
          <p:spPr>
            <a:xfrm>
              <a:off x="7785000" y="4853160"/>
              <a:ext cx="93240" cy="289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89080"/>
                <a:gd name="textAreaBottom" fmla="*/ 290520 h 289080"/>
              </a:gdLst>
              <a:ahLst/>
              <a:rect l="textAreaLeft" t="textAreaTop" r="textAreaRight" b="textAreaBottom"/>
              <a:pathLst>
                <a:path w="2959" h="11442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7" name="Google Shape;319;p5"/>
            <p:cNvSpPr/>
            <p:nvPr/>
          </p:nvSpPr>
          <p:spPr>
            <a:xfrm>
              <a:off x="81975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8" name="Google Shape;320;p5"/>
            <p:cNvSpPr/>
            <p:nvPr/>
          </p:nvSpPr>
          <p:spPr>
            <a:xfrm>
              <a:off x="8061840" y="4853160"/>
              <a:ext cx="93240" cy="289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89080"/>
                <a:gd name="textAreaBottom" fmla="*/ 290520 h 289080"/>
              </a:gdLst>
              <a:ahLst/>
              <a:rect l="textAreaLeft" t="textAreaTop" r="textAreaRight" b="textAreaBottom"/>
              <a:pathLst>
                <a:path w="2959" h="11442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29" name="Google Shape;321;p5"/>
            <p:cNvSpPr/>
            <p:nvPr/>
          </p:nvSpPr>
          <p:spPr>
            <a:xfrm>
              <a:off x="847440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8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30" name="Google Shape;322;p5"/>
            <p:cNvSpPr/>
            <p:nvPr/>
          </p:nvSpPr>
          <p:spPr>
            <a:xfrm>
              <a:off x="8338680" y="4623480"/>
              <a:ext cx="93240" cy="518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18760"/>
                <a:gd name="textAreaBottom" fmla="*/ 520200 h 518760"/>
              </a:gdLst>
              <a:ahLst/>
              <a:rect l="textAreaLeft" t="textAreaTop" r="textAreaRight" b="textAreaBottom"/>
              <a:pathLst>
                <a:path w="2959" h="20483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31" name="Google Shape;323;p5"/>
            <p:cNvSpPr/>
            <p:nvPr/>
          </p:nvSpPr>
          <p:spPr>
            <a:xfrm>
              <a:off x="8751240" y="4560840"/>
              <a:ext cx="93240" cy="581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81400"/>
                <a:gd name="textAreaBottom" fmla="*/ 582840 h 581400"/>
              </a:gdLst>
              <a:ahLst/>
              <a:rect l="textAreaLeft" t="textAreaTop" r="textAreaRight" b="textAreaBottom"/>
              <a:pathLst>
                <a:path w="2959" h="22939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32" name="Google Shape;324;p5"/>
            <p:cNvSpPr/>
            <p:nvPr/>
          </p:nvSpPr>
          <p:spPr>
            <a:xfrm>
              <a:off x="8615520" y="4470120"/>
              <a:ext cx="93240" cy="6721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72120"/>
                <a:gd name="textAreaBottom" fmla="*/ 673560 h 672120"/>
              </a:gdLst>
              <a:ahLst/>
              <a:rect l="textAreaLeft" t="textAreaTop" r="textAreaRight" b="textAreaBottom"/>
              <a:pathLst>
                <a:path w="2959" h="2651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33" name="Google Shape;325;p5"/>
            <p:cNvSpPr/>
            <p:nvPr/>
          </p:nvSpPr>
          <p:spPr>
            <a:xfrm>
              <a:off x="9029880" y="4560840"/>
              <a:ext cx="91440" cy="5814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81400"/>
                <a:gd name="textAreaBottom" fmla="*/ 582840 h 581400"/>
              </a:gdLst>
              <a:ahLst/>
              <a:rect l="textAreaLeft" t="textAreaTop" r="textAreaRight" b="textAreaBottom"/>
              <a:pathLst>
                <a:path w="2903" h="22939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34" name="Google Shape;326;p5"/>
            <p:cNvSpPr/>
            <p:nvPr/>
          </p:nvSpPr>
          <p:spPr>
            <a:xfrm>
              <a:off x="8893800" y="4379400"/>
              <a:ext cx="91440" cy="76284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762840"/>
                <a:gd name="textAreaBottom" fmla="*/ 764280 h 762840"/>
              </a:gdLst>
              <a:ahLst/>
              <a:rect l="textAreaLeft" t="textAreaTop" r="textAreaRight" b="textAreaBottom"/>
              <a:pathLst>
                <a:path w="2903" h="30082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435" name="Google Shape;327;p5"/>
          <p:cNvSpPr/>
          <p:nvPr/>
        </p:nvSpPr>
        <p:spPr>
          <a:xfrm>
            <a:off x="0" y="3579120"/>
            <a:ext cx="9142560" cy="12916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1291680"/>
              <a:gd name="textAreaBottom" fmla="*/ 1293120 h 1291680"/>
            </a:gdLst>
            <a:ahLst/>
            <a:rect l="textAreaLeft" t="textAreaTop" r="textAreaRight" b="textAreaBottom"/>
            <a:pathLst>
              <a:path w="285750" h="40408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 idx="6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4B970D9-D775-4C13-908F-02460D6A62C7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42" name="Google Shape;331;p6"/>
          <p:cNvSpPr/>
          <p:nvPr/>
        </p:nvSpPr>
        <p:spPr>
          <a:xfrm>
            <a:off x="4985280" y="0"/>
            <a:ext cx="4157640" cy="5142240"/>
          </a:xfrm>
          <a:prstGeom prst="rect">
            <a:avLst/>
          </a:pr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43" name="PlaceHolder 1"/>
          <p:cNvSpPr>
            <a:spLocks noGrp="1"/>
          </p:cNvSpPr>
          <p:nvPr>
            <p:ph type="sldNum" idx="7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5499275-2A99-4DE6-99DF-567A57A15732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447" name="Google Shape;336;p7"/>
          <p:cNvSpPr/>
          <p:nvPr/>
        </p:nvSpPr>
        <p:spPr>
          <a:xfrm>
            <a:off x="0" y="0"/>
            <a:ext cx="9142560" cy="1087200"/>
          </a:xfrm>
          <a:prstGeom prst="rect">
            <a:avLst/>
          </a:pr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pSp>
        <p:nvGrpSpPr>
          <p:cNvPr id="448" name="Google Shape;337;p7"/>
          <p:cNvGrpSpPr/>
          <p:nvPr/>
        </p:nvGrpSpPr>
        <p:grpSpPr>
          <a:xfrm>
            <a:off x="28440" y="3850560"/>
            <a:ext cx="9092520" cy="1291680"/>
            <a:chOff x="28440" y="3850560"/>
            <a:chExt cx="9092520" cy="1291680"/>
          </a:xfrm>
        </p:grpSpPr>
        <p:sp>
          <p:nvSpPr>
            <p:cNvPr id="449" name="Google Shape;338;p7"/>
            <p:cNvSpPr/>
            <p:nvPr/>
          </p:nvSpPr>
          <p:spPr>
            <a:xfrm>
              <a:off x="299880" y="4626000"/>
              <a:ext cx="227160" cy="516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516240"/>
                <a:gd name="textAreaBottom" fmla="*/ 517680 h 516240"/>
              </a:gdLst>
              <a:ahLst/>
              <a:rect l="textAreaLeft" t="textAreaTop" r="textAreaRight" b="textAreaBottom"/>
              <a:pathLst>
                <a:path w="7144" h="20371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0" name="Google Shape;339;p7"/>
            <p:cNvSpPr/>
            <p:nvPr/>
          </p:nvSpPr>
          <p:spPr>
            <a:xfrm>
              <a:off x="28440" y="4410720"/>
              <a:ext cx="227160" cy="7315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145" h="28854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1" name="Google Shape;340;p7"/>
            <p:cNvSpPr/>
            <p:nvPr/>
          </p:nvSpPr>
          <p:spPr>
            <a:xfrm>
              <a:off x="5767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2" name="Google Shape;341;p7"/>
            <p:cNvSpPr/>
            <p:nvPr/>
          </p:nvSpPr>
          <p:spPr>
            <a:xfrm>
              <a:off x="853560" y="4331160"/>
              <a:ext cx="228960" cy="8110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811080"/>
                <a:gd name="textAreaBottom" fmla="*/ 812520 h 811080"/>
              </a:gdLst>
              <a:ahLst/>
              <a:rect l="textAreaLeft" t="textAreaTop" r="textAreaRight" b="textAreaBottom"/>
              <a:pathLst>
                <a:path w="7200" h="3198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3" name="Google Shape;342;p7"/>
            <p:cNvSpPr/>
            <p:nvPr/>
          </p:nvSpPr>
          <p:spPr>
            <a:xfrm>
              <a:off x="1130400" y="4734000"/>
              <a:ext cx="228960" cy="4082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408240"/>
                <a:gd name="textAreaBottom" fmla="*/ 409680 h 408240"/>
              </a:gdLst>
              <a:ahLst/>
              <a:rect l="textAreaLeft" t="textAreaTop" r="textAreaRight" b="textAreaBottom"/>
              <a:pathLst>
                <a:path w="7200" h="1613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4" name="Google Shape;343;p7"/>
            <p:cNvSpPr/>
            <p:nvPr/>
          </p:nvSpPr>
          <p:spPr>
            <a:xfrm>
              <a:off x="1409040" y="4094280"/>
              <a:ext cx="227160" cy="104760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145" h="4130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5" name="Google Shape;344;p7"/>
            <p:cNvSpPr/>
            <p:nvPr/>
          </p:nvSpPr>
          <p:spPr>
            <a:xfrm>
              <a:off x="1685880" y="4375080"/>
              <a:ext cx="228960" cy="7671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67160"/>
                <a:gd name="textAreaBottom" fmla="*/ 768600 h 767160"/>
              </a:gdLst>
              <a:ahLst/>
              <a:rect l="textAreaLeft" t="textAreaTop" r="textAreaRight" b="textAreaBottom"/>
              <a:pathLst>
                <a:path w="7200" h="3025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6" name="Google Shape;345;p7"/>
            <p:cNvSpPr/>
            <p:nvPr/>
          </p:nvSpPr>
          <p:spPr>
            <a:xfrm>
              <a:off x="19627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7" name="Google Shape;346;p7"/>
            <p:cNvSpPr/>
            <p:nvPr/>
          </p:nvSpPr>
          <p:spPr>
            <a:xfrm>
              <a:off x="2239560" y="4518360"/>
              <a:ext cx="228960" cy="6238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23880"/>
                <a:gd name="textAreaBottom" fmla="*/ 625320 h 623880"/>
              </a:gdLst>
              <a:ahLst/>
              <a:rect l="textAreaLeft" t="textAreaTop" r="textAreaRight" b="textAreaBottom"/>
              <a:pathLst>
                <a:path w="7200" h="24613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8" name="Google Shape;347;p7"/>
            <p:cNvSpPr/>
            <p:nvPr/>
          </p:nvSpPr>
          <p:spPr>
            <a:xfrm>
              <a:off x="251640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59" name="Google Shape;348;p7"/>
            <p:cNvSpPr/>
            <p:nvPr/>
          </p:nvSpPr>
          <p:spPr>
            <a:xfrm>
              <a:off x="2795040" y="4375080"/>
              <a:ext cx="227160" cy="7671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767160"/>
                <a:gd name="textAreaBottom" fmla="*/ 768600 h 767160"/>
              </a:gdLst>
              <a:ahLst/>
              <a:rect l="textAreaLeft" t="textAreaTop" r="textAreaRight" b="textAreaBottom"/>
              <a:pathLst>
                <a:path w="7145" h="3025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0" name="Google Shape;349;p7"/>
            <p:cNvSpPr/>
            <p:nvPr/>
          </p:nvSpPr>
          <p:spPr>
            <a:xfrm>
              <a:off x="3071880" y="3965400"/>
              <a:ext cx="228960" cy="11768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176840"/>
                <a:gd name="textAreaBottom" fmla="*/ 1178280 h 1176840"/>
              </a:gdLst>
              <a:ahLst/>
              <a:rect l="textAreaLeft" t="textAreaTop" r="textAreaRight" b="textAreaBottom"/>
              <a:pathLst>
                <a:path w="7200" h="46379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1" name="Google Shape;350;p7"/>
            <p:cNvSpPr/>
            <p:nvPr/>
          </p:nvSpPr>
          <p:spPr>
            <a:xfrm>
              <a:off x="334872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2" name="Google Shape;351;p7"/>
            <p:cNvSpPr/>
            <p:nvPr/>
          </p:nvSpPr>
          <p:spPr>
            <a:xfrm>
              <a:off x="3625560" y="4410720"/>
              <a:ext cx="228960" cy="731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3" name="Google Shape;352;p7"/>
            <p:cNvSpPr/>
            <p:nvPr/>
          </p:nvSpPr>
          <p:spPr>
            <a:xfrm>
              <a:off x="3904200" y="4626000"/>
              <a:ext cx="227160" cy="516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516240"/>
                <a:gd name="textAreaBottom" fmla="*/ 517680 h 516240"/>
              </a:gdLst>
              <a:ahLst/>
              <a:rect l="textAreaLeft" t="textAreaTop" r="textAreaRight" b="textAreaBottom"/>
              <a:pathLst>
                <a:path w="7145" h="20371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4" name="Google Shape;353;p7"/>
            <p:cNvSpPr/>
            <p:nvPr/>
          </p:nvSpPr>
          <p:spPr>
            <a:xfrm>
              <a:off x="4181040" y="4461840"/>
              <a:ext cx="228960" cy="6804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80400"/>
                <a:gd name="textAreaBottom" fmla="*/ 681840 h 680400"/>
              </a:gdLst>
              <a:ahLst/>
              <a:rect l="textAreaLeft" t="textAreaTop" r="textAreaRight" b="textAreaBottom"/>
              <a:pathLst>
                <a:path w="7201" h="26845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5" name="Google Shape;354;p7"/>
            <p:cNvSpPr/>
            <p:nvPr/>
          </p:nvSpPr>
          <p:spPr>
            <a:xfrm>
              <a:off x="4457880" y="4239000"/>
              <a:ext cx="228960" cy="9032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03240"/>
                <a:gd name="textAreaBottom" fmla="*/ 904680 h 903240"/>
              </a:gdLst>
              <a:ahLst/>
              <a:rect l="textAreaLeft" t="textAreaTop" r="textAreaRight" b="textAreaBottom"/>
              <a:pathLst>
                <a:path w="7200" h="35608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6" name="Google Shape;355;p7"/>
            <p:cNvSpPr/>
            <p:nvPr/>
          </p:nvSpPr>
          <p:spPr>
            <a:xfrm>
              <a:off x="473436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7" name="Google Shape;356;p7"/>
            <p:cNvSpPr/>
            <p:nvPr/>
          </p:nvSpPr>
          <p:spPr>
            <a:xfrm>
              <a:off x="5011200" y="3850560"/>
              <a:ext cx="228960" cy="1291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91680"/>
                <a:gd name="textAreaBottom" fmla="*/ 1293120 h 129168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8" name="Google Shape;357;p7"/>
            <p:cNvSpPr/>
            <p:nvPr/>
          </p:nvSpPr>
          <p:spPr>
            <a:xfrm>
              <a:off x="5289840" y="4187880"/>
              <a:ext cx="227160" cy="9543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145" h="37617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69" name="Google Shape;358;p7"/>
            <p:cNvSpPr/>
            <p:nvPr/>
          </p:nvSpPr>
          <p:spPr>
            <a:xfrm>
              <a:off x="5566680" y="4000680"/>
              <a:ext cx="228960" cy="1141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141200"/>
                <a:gd name="textAreaBottom" fmla="*/ 1142640 h 1141200"/>
              </a:gdLst>
              <a:ahLst/>
              <a:rect l="textAreaLeft" t="textAreaTop" r="textAreaRight" b="textAreaBottom"/>
              <a:pathLst>
                <a:path w="7201" h="44984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0" name="Google Shape;359;p7"/>
            <p:cNvSpPr/>
            <p:nvPr/>
          </p:nvSpPr>
          <p:spPr>
            <a:xfrm>
              <a:off x="584352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1" name="Google Shape;360;p7"/>
            <p:cNvSpPr/>
            <p:nvPr/>
          </p:nvSpPr>
          <p:spPr>
            <a:xfrm>
              <a:off x="6120360" y="4497120"/>
              <a:ext cx="228960" cy="6451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45120"/>
                <a:gd name="textAreaBottom" fmla="*/ 646560 h 645120"/>
              </a:gdLst>
              <a:ahLst/>
              <a:rect l="textAreaLeft" t="textAreaTop" r="textAreaRight" b="textAreaBottom"/>
              <a:pathLst>
                <a:path w="7201" h="2545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2" name="Google Shape;361;p7"/>
            <p:cNvSpPr/>
            <p:nvPr/>
          </p:nvSpPr>
          <p:spPr>
            <a:xfrm>
              <a:off x="6399000" y="4331160"/>
              <a:ext cx="227160" cy="81108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811080"/>
                <a:gd name="textAreaBottom" fmla="*/ 812520 h 811080"/>
              </a:gdLst>
              <a:ahLst/>
              <a:rect l="textAreaLeft" t="textAreaTop" r="textAreaRight" b="textAreaBottom"/>
              <a:pathLst>
                <a:path w="7144" h="3198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3" name="Google Shape;362;p7"/>
            <p:cNvSpPr/>
            <p:nvPr/>
          </p:nvSpPr>
          <p:spPr>
            <a:xfrm>
              <a:off x="6675840" y="4663080"/>
              <a:ext cx="228960" cy="4791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479160"/>
                <a:gd name="textAreaBottom" fmla="*/ 480600 h 479160"/>
              </a:gdLst>
              <a:ahLst/>
              <a:rect l="textAreaLeft" t="textAreaTop" r="textAreaRight" b="textAreaBottom"/>
              <a:pathLst>
                <a:path w="7201" h="1892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4" name="Google Shape;363;p7"/>
            <p:cNvSpPr/>
            <p:nvPr/>
          </p:nvSpPr>
          <p:spPr>
            <a:xfrm>
              <a:off x="695268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5" name="Google Shape;364;p7"/>
            <p:cNvSpPr/>
            <p:nvPr/>
          </p:nvSpPr>
          <p:spPr>
            <a:xfrm>
              <a:off x="7229520" y="4410720"/>
              <a:ext cx="228960" cy="731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6" name="Google Shape;365;p7"/>
            <p:cNvSpPr/>
            <p:nvPr/>
          </p:nvSpPr>
          <p:spPr>
            <a:xfrm>
              <a:off x="7506360" y="4051800"/>
              <a:ext cx="228960" cy="10904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90440"/>
                <a:gd name="textAreaBottom" fmla="*/ 1091880 h 1090440"/>
              </a:gdLst>
              <a:ahLst/>
              <a:rect l="textAreaLeft" t="textAreaTop" r="textAreaRight" b="textAreaBottom"/>
              <a:pathLst>
                <a:path w="7201" h="42975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7" name="Google Shape;366;p7"/>
            <p:cNvSpPr/>
            <p:nvPr/>
          </p:nvSpPr>
          <p:spPr>
            <a:xfrm>
              <a:off x="7785000" y="4239000"/>
              <a:ext cx="227160" cy="903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903240"/>
                <a:gd name="textAreaBottom" fmla="*/ 904680 h 903240"/>
              </a:gdLst>
              <a:ahLst/>
              <a:rect l="textAreaLeft" t="textAreaTop" r="textAreaRight" b="textAreaBottom"/>
              <a:pathLst>
                <a:path w="7144" h="35608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8" name="Google Shape;367;p7"/>
            <p:cNvSpPr/>
            <p:nvPr/>
          </p:nvSpPr>
          <p:spPr>
            <a:xfrm>
              <a:off x="8061840" y="3915720"/>
              <a:ext cx="228960" cy="1226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26520"/>
                <a:gd name="textAreaBottom" fmla="*/ 1227960 h 1226520"/>
              </a:gdLst>
              <a:ahLst/>
              <a:rect l="textAreaLeft" t="textAreaTop" r="textAreaRight" b="textAreaBottom"/>
              <a:pathLst>
                <a:path w="7201" h="48332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79" name="Google Shape;368;p7"/>
            <p:cNvSpPr/>
            <p:nvPr/>
          </p:nvSpPr>
          <p:spPr>
            <a:xfrm>
              <a:off x="8338680" y="3850560"/>
              <a:ext cx="228960" cy="1291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91680"/>
                <a:gd name="textAreaBottom" fmla="*/ 1293120 h 129168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80" name="Google Shape;369;p7"/>
            <p:cNvSpPr/>
            <p:nvPr/>
          </p:nvSpPr>
          <p:spPr>
            <a:xfrm>
              <a:off x="86155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0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81" name="Google Shape;370;p7"/>
            <p:cNvSpPr/>
            <p:nvPr/>
          </p:nvSpPr>
          <p:spPr>
            <a:xfrm>
              <a:off x="8893800" y="3915720"/>
              <a:ext cx="227160" cy="12265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226520"/>
                <a:gd name="textAreaBottom" fmla="*/ 1227960 h 1226520"/>
              </a:gdLst>
              <a:ahLst/>
              <a:rect l="textAreaLeft" t="textAreaTop" r="textAreaRight" b="textAreaBottom"/>
              <a:pathLst>
                <a:path w="7145" h="48332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482" name="Google Shape;371;p7"/>
          <p:cNvGrpSpPr/>
          <p:nvPr/>
        </p:nvGrpSpPr>
        <p:grpSpPr>
          <a:xfrm>
            <a:off x="28440" y="4361040"/>
            <a:ext cx="9092880" cy="781200"/>
            <a:chOff x="28440" y="4361040"/>
            <a:chExt cx="9092880" cy="781200"/>
          </a:xfrm>
        </p:grpSpPr>
        <p:sp>
          <p:nvSpPr>
            <p:cNvPr id="483" name="Google Shape;372;p7"/>
            <p:cNvSpPr/>
            <p:nvPr/>
          </p:nvSpPr>
          <p:spPr>
            <a:xfrm>
              <a:off x="435600" y="4857120"/>
              <a:ext cx="91440" cy="2851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285120"/>
                <a:gd name="textAreaBottom" fmla="*/ 286560 h 285120"/>
              </a:gdLst>
              <a:ahLst/>
              <a:rect l="textAreaLeft" t="textAreaTop" r="textAreaRight" b="textAreaBottom"/>
              <a:pathLst>
                <a:path w="2903" h="11274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84" name="Google Shape;373;p7"/>
            <p:cNvSpPr/>
            <p:nvPr/>
          </p:nvSpPr>
          <p:spPr>
            <a:xfrm>
              <a:off x="299880" y="4742280"/>
              <a:ext cx="91440" cy="399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03" h="15795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85" name="Google Shape;374;p7"/>
            <p:cNvSpPr/>
            <p:nvPr/>
          </p:nvSpPr>
          <p:spPr>
            <a:xfrm>
              <a:off x="164160" y="4690080"/>
              <a:ext cx="91440" cy="4521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03" h="1786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86" name="Google Shape;375;p7"/>
            <p:cNvSpPr/>
            <p:nvPr/>
          </p:nvSpPr>
          <p:spPr>
            <a:xfrm>
              <a:off x="28440" y="4823280"/>
              <a:ext cx="91440" cy="318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04" h="12614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87" name="Google Shape;376;p7"/>
            <p:cNvSpPr/>
            <p:nvPr/>
          </p:nvSpPr>
          <p:spPr>
            <a:xfrm>
              <a:off x="7124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88" name="Google Shape;377;p7"/>
            <p:cNvSpPr/>
            <p:nvPr/>
          </p:nvSpPr>
          <p:spPr>
            <a:xfrm>
              <a:off x="576720" y="4833000"/>
              <a:ext cx="93240" cy="3092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09240"/>
                <a:gd name="textAreaBottom" fmla="*/ 310680 h 309240"/>
              </a:gdLst>
              <a:ahLst/>
              <a:rect l="textAreaLeft" t="textAreaTop" r="textAreaRight" b="textAreaBottom"/>
              <a:pathLst>
                <a:path w="2959" h="12223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89" name="Google Shape;378;p7"/>
            <p:cNvSpPr/>
            <p:nvPr/>
          </p:nvSpPr>
          <p:spPr>
            <a:xfrm>
              <a:off x="98928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8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0" name="Google Shape;379;p7"/>
            <p:cNvSpPr/>
            <p:nvPr/>
          </p:nvSpPr>
          <p:spPr>
            <a:xfrm>
              <a:off x="853560" y="4633200"/>
              <a:ext cx="93240" cy="509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09040"/>
                <a:gd name="textAreaBottom" fmla="*/ 510480 h 509040"/>
              </a:gdLst>
              <a:ahLst/>
              <a:rect l="textAreaLeft" t="textAreaTop" r="textAreaRight" b="textAreaBottom"/>
              <a:pathLst>
                <a:path w="2959" h="20092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1" name="Google Shape;380;p7"/>
            <p:cNvSpPr/>
            <p:nvPr/>
          </p:nvSpPr>
          <p:spPr>
            <a:xfrm>
              <a:off x="126612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2" name="Google Shape;381;p7"/>
            <p:cNvSpPr/>
            <p:nvPr/>
          </p:nvSpPr>
          <p:spPr>
            <a:xfrm>
              <a:off x="1130400" y="4647240"/>
              <a:ext cx="93240" cy="494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94640"/>
                <a:gd name="textAreaBottom" fmla="*/ 496080 h 494640"/>
              </a:gdLst>
              <a:ahLst/>
              <a:rect l="textAreaLeft" t="textAreaTop" r="textAreaRight" b="textAreaBottom"/>
              <a:pathLst>
                <a:path w="2959" h="19534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3" name="Google Shape;382;p7"/>
            <p:cNvSpPr/>
            <p:nvPr/>
          </p:nvSpPr>
          <p:spPr>
            <a:xfrm>
              <a:off x="15429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4" name="Google Shape;383;p7"/>
            <p:cNvSpPr/>
            <p:nvPr/>
          </p:nvSpPr>
          <p:spPr>
            <a:xfrm>
              <a:off x="140724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5" name="Google Shape;384;p7"/>
            <p:cNvSpPr/>
            <p:nvPr/>
          </p:nvSpPr>
          <p:spPr>
            <a:xfrm>
              <a:off x="1821600" y="4599360"/>
              <a:ext cx="91440" cy="54288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03" h="21432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6" name="Google Shape;385;p7"/>
            <p:cNvSpPr/>
            <p:nvPr/>
          </p:nvSpPr>
          <p:spPr>
            <a:xfrm>
              <a:off x="168588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7" name="Google Shape;386;p7"/>
            <p:cNvSpPr/>
            <p:nvPr/>
          </p:nvSpPr>
          <p:spPr>
            <a:xfrm>
              <a:off x="209844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8" name="Google Shape;387;p7"/>
            <p:cNvSpPr/>
            <p:nvPr/>
          </p:nvSpPr>
          <p:spPr>
            <a:xfrm>
              <a:off x="196272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499" name="Google Shape;388;p7"/>
            <p:cNvSpPr/>
            <p:nvPr/>
          </p:nvSpPr>
          <p:spPr>
            <a:xfrm>
              <a:off x="2375280" y="4800600"/>
              <a:ext cx="93240" cy="341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41640"/>
                <a:gd name="textAreaBottom" fmla="*/ 343080 h 341640"/>
              </a:gdLst>
              <a:ahLst/>
              <a:rect l="textAreaLeft" t="textAreaTop" r="textAreaRight" b="textAreaBottom"/>
              <a:pathLst>
                <a:path w="2958" h="13507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0" name="Google Shape;389;p7"/>
            <p:cNvSpPr/>
            <p:nvPr/>
          </p:nvSpPr>
          <p:spPr>
            <a:xfrm>
              <a:off x="2239560" y="4661640"/>
              <a:ext cx="93240" cy="4806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0600"/>
                <a:gd name="textAreaBottom" fmla="*/ 482040 h 480600"/>
              </a:gdLst>
              <a:ahLst/>
              <a:rect l="textAreaLeft" t="textAreaTop" r="textAreaRight" b="textAreaBottom"/>
              <a:pathLst>
                <a:path w="2959" h="18976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1" name="Google Shape;390;p7"/>
            <p:cNvSpPr/>
            <p:nvPr/>
          </p:nvSpPr>
          <p:spPr>
            <a:xfrm>
              <a:off x="2652120" y="4794840"/>
              <a:ext cx="93240" cy="347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47400"/>
                <a:gd name="textAreaBottom" fmla="*/ 348840 h 347400"/>
              </a:gdLst>
              <a:ahLst/>
              <a:rect l="textAreaLeft" t="textAreaTop" r="textAreaRight" b="textAreaBottom"/>
              <a:pathLst>
                <a:path w="2959" h="1373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2" name="Google Shape;391;p7"/>
            <p:cNvSpPr/>
            <p:nvPr/>
          </p:nvSpPr>
          <p:spPr>
            <a:xfrm>
              <a:off x="2516400" y="4843080"/>
              <a:ext cx="93240" cy="299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99160"/>
                <a:gd name="textAreaBottom" fmla="*/ 300600 h 299160"/>
              </a:gdLst>
              <a:ahLst/>
              <a:rect l="textAreaLeft" t="textAreaTop" r="textAreaRight" b="textAreaBottom"/>
              <a:pathLst>
                <a:path w="2959" h="11832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3" name="Google Shape;392;p7"/>
            <p:cNvSpPr/>
            <p:nvPr/>
          </p:nvSpPr>
          <p:spPr>
            <a:xfrm>
              <a:off x="2930760" y="4570920"/>
              <a:ext cx="91440" cy="5713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71320"/>
                <a:gd name="textAreaBottom" fmla="*/ 572760 h 571320"/>
              </a:gdLst>
              <a:ahLst/>
              <a:rect l="textAreaLeft" t="textAreaTop" r="textAreaRight" b="textAreaBottom"/>
              <a:pathLst>
                <a:path w="2903" h="22548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4" name="Google Shape;393;p7"/>
            <p:cNvSpPr/>
            <p:nvPr/>
          </p:nvSpPr>
          <p:spPr>
            <a:xfrm>
              <a:off x="2795040" y="4742280"/>
              <a:ext cx="91440" cy="399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03" h="15795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5" name="Google Shape;394;p7"/>
            <p:cNvSpPr/>
            <p:nvPr/>
          </p:nvSpPr>
          <p:spPr>
            <a:xfrm>
              <a:off x="320760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6" name="Google Shape;395;p7"/>
            <p:cNvSpPr/>
            <p:nvPr/>
          </p:nvSpPr>
          <p:spPr>
            <a:xfrm>
              <a:off x="3071880" y="4485600"/>
              <a:ext cx="93240" cy="656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56640"/>
                <a:gd name="textAreaBottom" fmla="*/ 658080 h 656640"/>
              </a:gdLst>
              <a:ahLst/>
              <a:rect l="textAreaLeft" t="textAreaTop" r="textAreaRight" b="textAreaBottom"/>
              <a:pathLst>
                <a:path w="2959" h="25897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7" name="Google Shape;396;p7"/>
            <p:cNvSpPr/>
            <p:nvPr/>
          </p:nvSpPr>
          <p:spPr>
            <a:xfrm>
              <a:off x="3484440" y="4657320"/>
              <a:ext cx="93240" cy="484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4920"/>
                <a:gd name="textAreaBottom" fmla="*/ 486360 h 48492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8" name="Google Shape;397;p7"/>
            <p:cNvSpPr/>
            <p:nvPr/>
          </p:nvSpPr>
          <p:spPr>
            <a:xfrm>
              <a:off x="3348720" y="4485600"/>
              <a:ext cx="93240" cy="656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56640"/>
                <a:gd name="textAreaBottom" fmla="*/ 658080 h 656640"/>
              </a:gdLst>
              <a:ahLst/>
              <a:rect l="textAreaLeft" t="textAreaTop" r="textAreaRight" b="textAreaBottom"/>
              <a:pathLst>
                <a:path w="2959" h="25897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09" name="Google Shape;398;p7"/>
            <p:cNvSpPr/>
            <p:nvPr/>
          </p:nvSpPr>
          <p:spPr>
            <a:xfrm>
              <a:off x="376128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8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0" name="Google Shape;399;p7"/>
            <p:cNvSpPr/>
            <p:nvPr/>
          </p:nvSpPr>
          <p:spPr>
            <a:xfrm>
              <a:off x="362556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1" name="Google Shape;400;p7"/>
            <p:cNvSpPr/>
            <p:nvPr/>
          </p:nvSpPr>
          <p:spPr>
            <a:xfrm>
              <a:off x="403812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2" name="Google Shape;401;p7"/>
            <p:cNvSpPr/>
            <p:nvPr/>
          </p:nvSpPr>
          <p:spPr>
            <a:xfrm>
              <a:off x="3902400" y="4899960"/>
              <a:ext cx="93240" cy="2422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42280"/>
                <a:gd name="textAreaBottom" fmla="*/ 243720 h 242280"/>
              </a:gdLst>
              <a:ahLst/>
              <a:rect l="textAreaLeft" t="textAreaTop" r="textAreaRight" b="textAreaBottom"/>
              <a:pathLst>
                <a:path w="2958" h="960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3" name="Google Shape;402;p7"/>
            <p:cNvSpPr/>
            <p:nvPr/>
          </p:nvSpPr>
          <p:spPr>
            <a:xfrm>
              <a:off x="431676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4" name="Google Shape;403;p7"/>
            <p:cNvSpPr/>
            <p:nvPr/>
          </p:nvSpPr>
          <p:spPr>
            <a:xfrm>
              <a:off x="418104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5" name="Google Shape;404;p7"/>
            <p:cNvSpPr/>
            <p:nvPr/>
          </p:nvSpPr>
          <p:spPr>
            <a:xfrm>
              <a:off x="45932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6" name="Google Shape;405;p7"/>
            <p:cNvSpPr/>
            <p:nvPr/>
          </p:nvSpPr>
          <p:spPr>
            <a:xfrm>
              <a:off x="445788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7" name="Google Shape;406;p7"/>
            <p:cNvSpPr/>
            <p:nvPr/>
          </p:nvSpPr>
          <p:spPr>
            <a:xfrm>
              <a:off x="487008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8" name="Google Shape;407;p7"/>
            <p:cNvSpPr/>
            <p:nvPr/>
          </p:nvSpPr>
          <p:spPr>
            <a:xfrm>
              <a:off x="473436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19" name="Google Shape;408;p7"/>
            <p:cNvSpPr/>
            <p:nvPr/>
          </p:nvSpPr>
          <p:spPr>
            <a:xfrm>
              <a:off x="5146920" y="4361040"/>
              <a:ext cx="93240" cy="7812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81200"/>
                <a:gd name="textAreaBottom" fmla="*/ 782640 h 781200"/>
              </a:gdLst>
              <a:ahLst/>
              <a:rect l="textAreaLeft" t="textAreaTop" r="textAreaRight" b="textAreaBottom"/>
              <a:pathLst>
                <a:path w="2958" h="30808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0" name="Google Shape;409;p7"/>
            <p:cNvSpPr/>
            <p:nvPr/>
          </p:nvSpPr>
          <p:spPr>
            <a:xfrm>
              <a:off x="5011200" y="4417560"/>
              <a:ext cx="93240" cy="7246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4680"/>
                <a:gd name="textAreaBottom" fmla="*/ 726120 h 724680"/>
              </a:gdLst>
              <a:ahLst/>
              <a:rect l="textAreaLeft" t="textAreaTop" r="textAreaRight" b="textAreaBottom"/>
              <a:pathLst>
                <a:path w="2959" h="28575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1" name="Google Shape;410;p7"/>
            <p:cNvSpPr/>
            <p:nvPr/>
          </p:nvSpPr>
          <p:spPr>
            <a:xfrm>
              <a:off x="54255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2" name="Google Shape;411;p7"/>
            <p:cNvSpPr/>
            <p:nvPr/>
          </p:nvSpPr>
          <p:spPr>
            <a:xfrm>
              <a:off x="5289840" y="4456080"/>
              <a:ext cx="93240" cy="686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86160"/>
                <a:gd name="textAreaBottom" fmla="*/ 687600 h 686160"/>
              </a:gdLst>
              <a:ahLst/>
              <a:rect l="textAreaLeft" t="textAreaTop" r="textAreaRight" b="textAreaBottom"/>
              <a:pathLst>
                <a:path w="2959" h="27069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3" name="Google Shape;412;p7"/>
            <p:cNvSpPr/>
            <p:nvPr/>
          </p:nvSpPr>
          <p:spPr>
            <a:xfrm>
              <a:off x="570240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4" name="Google Shape;413;p7"/>
            <p:cNvSpPr/>
            <p:nvPr/>
          </p:nvSpPr>
          <p:spPr>
            <a:xfrm>
              <a:off x="5566680" y="4566600"/>
              <a:ext cx="93240" cy="575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75640"/>
                <a:gd name="textAreaBottom" fmla="*/ 577080 h 575640"/>
              </a:gdLst>
              <a:ahLst/>
              <a:rect l="textAreaLeft" t="textAreaTop" r="textAreaRight" b="textAreaBottom"/>
              <a:pathLst>
                <a:path w="2959" h="22715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5" name="Google Shape;414;p7"/>
            <p:cNvSpPr/>
            <p:nvPr/>
          </p:nvSpPr>
          <p:spPr>
            <a:xfrm>
              <a:off x="59792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6" name="Google Shape;415;p7"/>
            <p:cNvSpPr/>
            <p:nvPr/>
          </p:nvSpPr>
          <p:spPr>
            <a:xfrm>
              <a:off x="5843520" y="4881240"/>
              <a:ext cx="93240" cy="261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1000"/>
                <a:gd name="textAreaBottom" fmla="*/ 262440 h 261000"/>
              </a:gdLst>
              <a:ahLst/>
              <a:rect l="textAreaLeft" t="textAreaTop" r="textAreaRight" b="textAreaBottom"/>
              <a:pathLst>
                <a:path w="2959" h="10325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7" name="Google Shape;416;p7"/>
            <p:cNvSpPr/>
            <p:nvPr/>
          </p:nvSpPr>
          <p:spPr>
            <a:xfrm>
              <a:off x="6256080" y="4876920"/>
              <a:ext cx="93240" cy="264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4960"/>
                <a:gd name="textAreaBottom" fmla="*/ 266400 h 26496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8" name="Google Shape;417;p7"/>
            <p:cNvSpPr/>
            <p:nvPr/>
          </p:nvSpPr>
          <p:spPr>
            <a:xfrm>
              <a:off x="612036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29" name="Google Shape;418;p7"/>
            <p:cNvSpPr/>
            <p:nvPr/>
          </p:nvSpPr>
          <p:spPr>
            <a:xfrm>
              <a:off x="6534720" y="4637520"/>
              <a:ext cx="91440" cy="5047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04720"/>
                <a:gd name="textAreaBottom" fmla="*/ 506160 h 504720"/>
              </a:gdLst>
              <a:ahLst/>
              <a:rect l="textAreaLeft" t="textAreaTop" r="textAreaRight" b="textAreaBottom"/>
              <a:pathLst>
                <a:path w="2903" h="19925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0" name="Google Shape;419;p7"/>
            <p:cNvSpPr/>
            <p:nvPr/>
          </p:nvSpPr>
          <p:spPr>
            <a:xfrm>
              <a:off x="6399000" y="4823280"/>
              <a:ext cx="91440" cy="318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03" h="12614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1" name="Google Shape;420;p7"/>
            <p:cNvSpPr/>
            <p:nvPr/>
          </p:nvSpPr>
          <p:spPr>
            <a:xfrm>
              <a:off x="6811560" y="4876920"/>
              <a:ext cx="93240" cy="264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4960"/>
                <a:gd name="textAreaBottom" fmla="*/ 266400 h 26496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2" name="Google Shape;421;p7"/>
            <p:cNvSpPr/>
            <p:nvPr/>
          </p:nvSpPr>
          <p:spPr>
            <a:xfrm>
              <a:off x="6675840" y="4723920"/>
              <a:ext cx="93240" cy="418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18320"/>
                <a:gd name="textAreaBottom" fmla="*/ 419760 h 418320"/>
              </a:gdLst>
              <a:ahLst/>
              <a:rect l="textAreaLeft" t="textAreaTop" r="textAreaRight" b="textAreaBottom"/>
              <a:pathLst>
                <a:path w="2959" h="1652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3" name="Google Shape;422;p7"/>
            <p:cNvSpPr/>
            <p:nvPr/>
          </p:nvSpPr>
          <p:spPr>
            <a:xfrm>
              <a:off x="708840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4" name="Google Shape;423;p7"/>
            <p:cNvSpPr/>
            <p:nvPr/>
          </p:nvSpPr>
          <p:spPr>
            <a:xfrm>
              <a:off x="6952680" y="4657320"/>
              <a:ext cx="93240" cy="484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4920"/>
                <a:gd name="textAreaBottom" fmla="*/ 486360 h 48492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5" name="Google Shape;424;p7"/>
            <p:cNvSpPr/>
            <p:nvPr/>
          </p:nvSpPr>
          <p:spPr>
            <a:xfrm>
              <a:off x="736524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6" name="Google Shape;425;p7"/>
            <p:cNvSpPr/>
            <p:nvPr/>
          </p:nvSpPr>
          <p:spPr>
            <a:xfrm>
              <a:off x="7229520" y="4891320"/>
              <a:ext cx="93240" cy="250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50920"/>
                <a:gd name="textAreaBottom" fmla="*/ 252360 h 250920"/>
              </a:gdLst>
              <a:ahLst/>
              <a:rect l="textAreaLeft" t="textAreaTop" r="textAreaRight" b="textAreaBottom"/>
              <a:pathLst>
                <a:path w="2959" h="9935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7" name="Google Shape;426;p7"/>
            <p:cNvSpPr/>
            <p:nvPr/>
          </p:nvSpPr>
          <p:spPr>
            <a:xfrm>
              <a:off x="7643880" y="4738320"/>
              <a:ext cx="91440" cy="4039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403920"/>
                <a:gd name="textAreaBottom" fmla="*/ 405360 h 403920"/>
              </a:gdLst>
              <a:ahLst/>
              <a:rect l="textAreaLeft" t="textAreaTop" r="textAreaRight" b="textAreaBottom"/>
              <a:pathLst>
                <a:path w="2903" h="15962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8" name="Google Shape;427;p7"/>
            <p:cNvSpPr/>
            <p:nvPr/>
          </p:nvSpPr>
          <p:spPr>
            <a:xfrm>
              <a:off x="7506360" y="5000400"/>
              <a:ext cx="93240" cy="1418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41840"/>
                <a:gd name="textAreaBottom" fmla="*/ 143280 h 141840"/>
              </a:gdLst>
              <a:ahLst/>
              <a:rect l="textAreaLeft" t="textAreaTop" r="textAreaRight" b="textAreaBottom"/>
              <a:pathLst>
                <a:path w="2959" h="5637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1640" bIns="71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39" name="Google Shape;428;p7"/>
            <p:cNvSpPr/>
            <p:nvPr/>
          </p:nvSpPr>
          <p:spPr>
            <a:xfrm>
              <a:off x="7920720" y="4957920"/>
              <a:ext cx="93240" cy="184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84320"/>
                <a:gd name="textAreaBottom" fmla="*/ 185760 h 184320"/>
              </a:gdLst>
              <a:ahLst/>
              <a:rect l="textAreaLeft" t="textAreaTop" r="textAreaRight" b="textAreaBottom"/>
              <a:pathLst>
                <a:path w="2959" h="7312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40" name="Google Shape;429;p7"/>
            <p:cNvSpPr/>
            <p:nvPr/>
          </p:nvSpPr>
          <p:spPr>
            <a:xfrm>
              <a:off x="7785000" y="4853160"/>
              <a:ext cx="93240" cy="289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89080"/>
                <a:gd name="textAreaBottom" fmla="*/ 290520 h 289080"/>
              </a:gdLst>
              <a:ahLst/>
              <a:rect l="textAreaLeft" t="textAreaTop" r="textAreaRight" b="textAreaBottom"/>
              <a:pathLst>
                <a:path w="2959" h="11442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41" name="Google Shape;430;p7"/>
            <p:cNvSpPr/>
            <p:nvPr/>
          </p:nvSpPr>
          <p:spPr>
            <a:xfrm>
              <a:off x="81975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42" name="Google Shape;431;p7"/>
            <p:cNvSpPr/>
            <p:nvPr/>
          </p:nvSpPr>
          <p:spPr>
            <a:xfrm>
              <a:off x="8061840" y="4853160"/>
              <a:ext cx="93240" cy="289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89080"/>
                <a:gd name="textAreaBottom" fmla="*/ 290520 h 289080"/>
              </a:gdLst>
              <a:ahLst/>
              <a:rect l="textAreaLeft" t="textAreaTop" r="textAreaRight" b="textAreaBottom"/>
              <a:pathLst>
                <a:path w="2959" h="11442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43" name="Google Shape;432;p7"/>
            <p:cNvSpPr/>
            <p:nvPr/>
          </p:nvSpPr>
          <p:spPr>
            <a:xfrm>
              <a:off x="847440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8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44" name="Google Shape;433;p7"/>
            <p:cNvSpPr/>
            <p:nvPr/>
          </p:nvSpPr>
          <p:spPr>
            <a:xfrm>
              <a:off x="8338680" y="4623480"/>
              <a:ext cx="93240" cy="518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18760"/>
                <a:gd name="textAreaBottom" fmla="*/ 520200 h 518760"/>
              </a:gdLst>
              <a:ahLst/>
              <a:rect l="textAreaLeft" t="textAreaTop" r="textAreaRight" b="textAreaBottom"/>
              <a:pathLst>
                <a:path w="2959" h="20483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45" name="Google Shape;434;p7"/>
            <p:cNvSpPr/>
            <p:nvPr/>
          </p:nvSpPr>
          <p:spPr>
            <a:xfrm>
              <a:off x="8751240" y="4560840"/>
              <a:ext cx="93240" cy="581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81400"/>
                <a:gd name="textAreaBottom" fmla="*/ 582840 h 581400"/>
              </a:gdLst>
              <a:ahLst/>
              <a:rect l="textAreaLeft" t="textAreaTop" r="textAreaRight" b="textAreaBottom"/>
              <a:pathLst>
                <a:path w="2959" h="22939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46" name="Google Shape;435;p7"/>
            <p:cNvSpPr/>
            <p:nvPr/>
          </p:nvSpPr>
          <p:spPr>
            <a:xfrm>
              <a:off x="8615520" y="4470120"/>
              <a:ext cx="93240" cy="6721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72120"/>
                <a:gd name="textAreaBottom" fmla="*/ 673560 h 672120"/>
              </a:gdLst>
              <a:ahLst/>
              <a:rect l="textAreaLeft" t="textAreaTop" r="textAreaRight" b="textAreaBottom"/>
              <a:pathLst>
                <a:path w="2959" h="2651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47" name="Google Shape;436;p7"/>
            <p:cNvSpPr/>
            <p:nvPr/>
          </p:nvSpPr>
          <p:spPr>
            <a:xfrm>
              <a:off x="9029880" y="4560840"/>
              <a:ext cx="91440" cy="5814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81400"/>
                <a:gd name="textAreaBottom" fmla="*/ 582840 h 581400"/>
              </a:gdLst>
              <a:ahLst/>
              <a:rect l="textAreaLeft" t="textAreaTop" r="textAreaRight" b="textAreaBottom"/>
              <a:pathLst>
                <a:path w="2903" h="22939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48" name="Google Shape;437;p7"/>
            <p:cNvSpPr/>
            <p:nvPr/>
          </p:nvSpPr>
          <p:spPr>
            <a:xfrm>
              <a:off x="8893800" y="4379400"/>
              <a:ext cx="91440" cy="76284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762840"/>
                <a:gd name="textAreaBottom" fmla="*/ 764280 h 762840"/>
              </a:gdLst>
              <a:ahLst/>
              <a:rect l="textAreaLeft" t="textAreaTop" r="textAreaRight" b="textAreaBottom"/>
              <a:pathLst>
                <a:path w="2903" h="30082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549" name="Google Shape;438;p7"/>
          <p:cNvSpPr/>
          <p:nvPr/>
        </p:nvSpPr>
        <p:spPr>
          <a:xfrm>
            <a:off x="0" y="3579120"/>
            <a:ext cx="9142560" cy="12916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1291680"/>
              <a:gd name="textAreaBottom" fmla="*/ 1293120 h 1291680"/>
            </a:gdLst>
            <a:ahLst/>
            <a:rect l="textAreaLeft" t="textAreaTop" r="textAreaRight" b="textAreaBottom"/>
            <a:pathLst>
              <a:path w="285750" h="40408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PlaceHolder 4"/>
          <p:cNvSpPr>
            <a:spLocks noGrp="1"/>
          </p:cNvSpPr>
          <p:nvPr>
            <p:ph type="sldNum" idx="8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F2B5C69-D10E-4892-A563-C5CCBABE0536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558" name="Google Shape;444;p8"/>
          <p:cNvSpPr/>
          <p:nvPr/>
        </p:nvSpPr>
        <p:spPr>
          <a:xfrm>
            <a:off x="0" y="0"/>
            <a:ext cx="9142560" cy="1087200"/>
          </a:xfrm>
          <a:prstGeom prst="rect">
            <a:avLst/>
          </a:pr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pSp>
        <p:nvGrpSpPr>
          <p:cNvPr id="559" name="Google Shape;445;p8"/>
          <p:cNvGrpSpPr/>
          <p:nvPr/>
        </p:nvGrpSpPr>
        <p:grpSpPr>
          <a:xfrm>
            <a:off x="28440" y="3850560"/>
            <a:ext cx="9092520" cy="1291680"/>
            <a:chOff x="28440" y="3850560"/>
            <a:chExt cx="9092520" cy="1291680"/>
          </a:xfrm>
        </p:grpSpPr>
        <p:sp>
          <p:nvSpPr>
            <p:cNvPr id="560" name="Google Shape;446;p8"/>
            <p:cNvSpPr/>
            <p:nvPr/>
          </p:nvSpPr>
          <p:spPr>
            <a:xfrm>
              <a:off x="299880" y="4626000"/>
              <a:ext cx="227160" cy="516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516240"/>
                <a:gd name="textAreaBottom" fmla="*/ 517680 h 516240"/>
              </a:gdLst>
              <a:ahLst/>
              <a:rect l="textAreaLeft" t="textAreaTop" r="textAreaRight" b="textAreaBottom"/>
              <a:pathLst>
                <a:path w="7144" h="20371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61" name="Google Shape;447;p8"/>
            <p:cNvSpPr/>
            <p:nvPr/>
          </p:nvSpPr>
          <p:spPr>
            <a:xfrm>
              <a:off x="28440" y="4410720"/>
              <a:ext cx="227160" cy="7315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145" h="28854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62" name="Google Shape;448;p8"/>
            <p:cNvSpPr/>
            <p:nvPr/>
          </p:nvSpPr>
          <p:spPr>
            <a:xfrm>
              <a:off x="5767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63" name="Google Shape;449;p8"/>
            <p:cNvSpPr/>
            <p:nvPr/>
          </p:nvSpPr>
          <p:spPr>
            <a:xfrm>
              <a:off x="853560" y="4331160"/>
              <a:ext cx="228960" cy="8110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811080"/>
                <a:gd name="textAreaBottom" fmla="*/ 812520 h 811080"/>
              </a:gdLst>
              <a:ahLst/>
              <a:rect l="textAreaLeft" t="textAreaTop" r="textAreaRight" b="textAreaBottom"/>
              <a:pathLst>
                <a:path w="7200" h="3198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64" name="Google Shape;450;p8"/>
            <p:cNvSpPr/>
            <p:nvPr/>
          </p:nvSpPr>
          <p:spPr>
            <a:xfrm>
              <a:off x="1130400" y="4734000"/>
              <a:ext cx="228960" cy="4082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408240"/>
                <a:gd name="textAreaBottom" fmla="*/ 409680 h 408240"/>
              </a:gdLst>
              <a:ahLst/>
              <a:rect l="textAreaLeft" t="textAreaTop" r="textAreaRight" b="textAreaBottom"/>
              <a:pathLst>
                <a:path w="7200" h="1613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65" name="Google Shape;451;p8"/>
            <p:cNvSpPr/>
            <p:nvPr/>
          </p:nvSpPr>
          <p:spPr>
            <a:xfrm>
              <a:off x="1409040" y="4094280"/>
              <a:ext cx="227160" cy="104760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145" h="4130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66" name="Google Shape;452;p8"/>
            <p:cNvSpPr/>
            <p:nvPr/>
          </p:nvSpPr>
          <p:spPr>
            <a:xfrm>
              <a:off x="1685880" y="4375080"/>
              <a:ext cx="228960" cy="7671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67160"/>
                <a:gd name="textAreaBottom" fmla="*/ 768600 h 767160"/>
              </a:gdLst>
              <a:ahLst/>
              <a:rect l="textAreaLeft" t="textAreaTop" r="textAreaRight" b="textAreaBottom"/>
              <a:pathLst>
                <a:path w="7200" h="3025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67" name="Google Shape;453;p8"/>
            <p:cNvSpPr/>
            <p:nvPr/>
          </p:nvSpPr>
          <p:spPr>
            <a:xfrm>
              <a:off x="19627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68" name="Google Shape;454;p8"/>
            <p:cNvSpPr/>
            <p:nvPr/>
          </p:nvSpPr>
          <p:spPr>
            <a:xfrm>
              <a:off x="2239560" y="4518360"/>
              <a:ext cx="228960" cy="6238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23880"/>
                <a:gd name="textAreaBottom" fmla="*/ 625320 h 623880"/>
              </a:gdLst>
              <a:ahLst/>
              <a:rect l="textAreaLeft" t="textAreaTop" r="textAreaRight" b="textAreaBottom"/>
              <a:pathLst>
                <a:path w="7200" h="24613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69" name="Google Shape;455;p8"/>
            <p:cNvSpPr/>
            <p:nvPr/>
          </p:nvSpPr>
          <p:spPr>
            <a:xfrm>
              <a:off x="251640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0" name="Google Shape;456;p8"/>
            <p:cNvSpPr/>
            <p:nvPr/>
          </p:nvSpPr>
          <p:spPr>
            <a:xfrm>
              <a:off x="2795040" y="4375080"/>
              <a:ext cx="227160" cy="7671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767160"/>
                <a:gd name="textAreaBottom" fmla="*/ 768600 h 767160"/>
              </a:gdLst>
              <a:ahLst/>
              <a:rect l="textAreaLeft" t="textAreaTop" r="textAreaRight" b="textAreaBottom"/>
              <a:pathLst>
                <a:path w="7145" h="3025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1" name="Google Shape;457;p8"/>
            <p:cNvSpPr/>
            <p:nvPr/>
          </p:nvSpPr>
          <p:spPr>
            <a:xfrm>
              <a:off x="3071880" y="3965400"/>
              <a:ext cx="228960" cy="11768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176840"/>
                <a:gd name="textAreaBottom" fmla="*/ 1178280 h 1176840"/>
              </a:gdLst>
              <a:ahLst/>
              <a:rect l="textAreaLeft" t="textAreaTop" r="textAreaRight" b="textAreaBottom"/>
              <a:pathLst>
                <a:path w="7200" h="46379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2" name="Google Shape;458;p8"/>
            <p:cNvSpPr/>
            <p:nvPr/>
          </p:nvSpPr>
          <p:spPr>
            <a:xfrm>
              <a:off x="334872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3" name="Google Shape;459;p8"/>
            <p:cNvSpPr/>
            <p:nvPr/>
          </p:nvSpPr>
          <p:spPr>
            <a:xfrm>
              <a:off x="3625560" y="4410720"/>
              <a:ext cx="228960" cy="731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4" name="Google Shape;460;p8"/>
            <p:cNvSpPr/>
            <p:nvPr/>
          </p:nvSpPr>
          <p:spPr>
            <a:xfrm>
              <a:off x="3904200" y="4626000"/>
              <a:ext cx="227160" cy="516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516240"/>
                <a:gd name="textAreaBottom" fmla="*/ 517680 h 516240"/>
              </a:gdLst>
              <a:ahLst/>
              <a:rect l="textAreaLeft" t="textAreaTop" r="textAreaRight" b="textAreaBottom"/>
              <a:pathLst>
                <a:path w="7145" h="20371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5" name="Google Shape;461;p8"/>
            <p:cNvSpPr/>
            <p:nvPr/>
          </p:nvSpPr>
          <p:spPr>
            <a:xfrm>
              <a:off x="4181040" y="4461840"/>
              <a:ext cx="228960" cy="6804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80400"/>
                <a:gd name="textAreaBottom" fmla="*/ 681840 h 680400"/>
              </a:gdLst>
              <a:ahLst/>
              <a:rect l="textAreaLeft" t="textAreaTop" r="textAreaRight" b="textAreaBottom"/>
              <a:pathLst>
                <a:path w="7201" h="26845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6" name="Google Shape;462;p8"/>
            <p:cNvSpPr/>
            <p:nvPr/>
          </p:nvSpPr>
          <p:spPr>
            <a:xfrm>
              <a:off x="4457880" y="4239000"/>
              <a:ext cx="228960" cy="9032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03240"/>
                <a:gd name="textAreaBottom" fmla="*/ 904680 h 903240"/>
              </a:gdLst>
              <a:ahLst/>
              <a:rect l="textAreaLeft" t="textAreaTop" r="textAreaRight" b="textAreaBottom"/>
              <a:pathLst>
                <a:path w="7200" h="35608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7" name="Google Shape;463;p8"/>
            <p:cNvSpPr/>
            <p:nvPr/>
          </p:nvSpPr>
          <p:spPr>
            <a:xfrm>
              <a:off x="473436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8" name="Google Shape;464;p8"/>
            <p:cNvSpPr/>
            <p:nvPr/>
          </p:nvSpPr>
          <p:spPr>
            <a:xfrm>
              <a:off x="5011200" y="3850560"/>
              <a:ext cx="228960" cy="1291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91680"/>
                <a:gd name="textAreaBottom" fmla="*/ 1293120 h 129168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79" name="Google Shape;465;p8"/>
            <p:cNvSpPr/>
            <p:nvPr/>
          </p:nvSpPr>
          <p:spPr>
            <a:xfrm>
              <a:off x="5289840" y="4187880"/>
              <a:ext cx="227160" cy="9543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145" h="37617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0" name="Google Shape;466;p8"/>
            <p:cNvSpPr/>
            <p:nvPr/>
          </p:nvSpPr>
          <p:spPr>
            <a:xfrm>
              <a:off x="5566680" y="4000680"/>
              <a:ext cx="228960" cy="1141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141200"/>
                <a:gd name="textAreaBottom" fmla="*/ 1142640 h 1141200"/>
              </a:gdLst>
              <a:ahLst/>
              <a:rect l="textAreaLeft" t="textAreaTop" r="textAreaRight" b="textAreaBottom"/>
              <a:pathLst>
                <a:path w="7201" h="44984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1" name="Google Shape;467;p8"/>
            <p:cNvSpPr/>
            <p:nvPr/>
          </p:nvSpPr>
          <p:spPr>
            <a:xfrm>
              <a:off x="584352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2" name="Google Shape;468;p8"/>
            <p:cNvSpPr/>
            <p:nvPr/>
          </p:nvSpPr>
          <p:spPr>
            <a:xfrm>
              <a:off x="6120360" y="4497120"/>
              <a:ext cx="228960" cy="6451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45120"/>
                <a:gd name="textAreaBottom" fmla="*/ 646560 h 645120"/>
              </a:gdLst>
              <a:ahLst/>
              <a:rect l="textAreaLeft" t="textAreaTop" r="textAreaRight" b="textAreaBottom"/>
              <a:pathLst>
                <a:path w="7201" h="2545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3" name="Google Shape;469;p8"/>
            <p:cNvSpPr/>
            <p:nvPr/>
          </p:nvSpPr>
          <p:spPr>
            <a:xfrm>
              <a:off x="6399000" y="4331160"/>
              <a:ext cx="227160" cy="81108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811080"/>
                <a:gd name="textAreaBottom" fmla="*/ 812520 h 811080"/>
              </a:gdLst>
              <a:ahLst/>
              <a:rect l="textAreaLeft" t="textAreaTop" r="textAreaRight" b="textAreaBottom"/>
              <a:pathLst>
                <a:path w="7144" h="3198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4" name="Google Shape;470;p8"/>
            <p:cNvSpPr/>
            <p:nvPr/>
          </p:nvSpPr>
          <p:spPr>
            <a:xfrm>
              <a:off x="6675840" y="4663080"/>
              <a:ext cx="228960" cy="4791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479160"/>
                <a:gd name="textAreaBottom" fmla="*/ 480600 h 479160"/>
              </a:gdLst>
              <a:ahLst/>
              <a:rect l="textAreaLeft" t="textAreaTop" r="textAreaRight" b="textAreaBottom"/>
              <a:pathLst>
                <a:path w="7201" h="1892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5" name="Google Shape;471;p8"/>
            <p:cNvSpPr/>
            <p:nvPr/>
          </p:nvSpPr>
          <p:spPr>
            <a:xfrm>
              <a:off x="695268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6" name="Google Shape;472;p8"/>
            <p:cNvSpPr/>
            <p:nvPr/>
          </p:nvSpPr>
          <p:spPr>
            <a:xfrm>
              <a:off x="7229520" y="4410720"/>
              <a:ext cx="228960" cy="731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7" name="Google Shape;473;p8"/>
            <p:cNvSpPr/>
            <p:nvPr/>
          </p:nvSpPr>
          <p:spPr>
            <a:xfrm>
              <a:off x="7506360" y="4051800"/>
              <a:ext cx="228960" cy="10904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90440"/>
                <a:gd name="textAreaBottom" fmla="*/ 1091880 h 1090440"/>
              </a:gdLst>
              <a:ahLst/>
              <a:rect l="textAreaLeft" t="textAreaTop" r="textAreaRight" b="textAreaBottom"/>
              <a:pathLst>
                <a:path w="7201" h="42975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8" name="Google Shape;474;p8"/>
            <p:cNvSpPr/>
            <p:nvPr/>
          </p:nvSpPr>
          <p:spPr>
            <a:xfrm>
              <a:off x="7785000" y="4239000"/>
              <a:ext cx="227160" cy="903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903240"/>
                <a:gd name="textAreaBottom" fmla="*/ 904680 h 903240"/>
              </a:gdLst>
              <a:ahLst/>
              <a:rect l="textAreaLeft" t="textAreaTop" r="textAreaRight" b="textAreaBottom"/>
              <a:pathLst>
                <a:path w="7144" h="35608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89" name="Google Shape;475;p8"/>
            <p:cNvSpPr/>
            <p:nvPr/>
          </p:nvSpPr>
          <p:spPr>
            <a:xfrm>
              <a:off x="8061840" y="3915720"/>
              <a:ext cx="228960" cy="1226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26520"/>
                <a:gd name="textAreaBottom" fmla="*/ 1227960 h 1226520"/>
              </a:gdLst>
              <a:ahLst/>
              <a:rect l="textAreaLeft" t="textAreaTop" r="textAreaRight" b="textAreaBottom"/>
              <a:pathLst>
                <a:path w="7201" h="48332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90" name="Google Shape;476;p8"/>
            <p:cNvSpPr/>
            <p:nvPr/>
          </p:nvSpPr>
          <p:spPr>
            <a:xfrm>
              <a:off x="8338680" y="3850560"/>
              <a:ext cx="228960" cy="1291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91680"/>
                <a:gd name="textAreaBottom" fmla="*/ 1293120 h 129168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91" name="Google Shape;477;p8"/>
            <p:cNvSpPr/>
            <p:nvPr/>
          </p:nvSpPr>
          <p:spPr>
            <a:xfrm>
              <a:off x="86155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0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92" name="Google Shape;478;p8"/>
            <p:cNvSpPr/>
            <p:nvPr/>
          </p:nvSpPr>
          <p:spPr>
            <a:xfrm>
              <a:off x="8893800" y="3915720"/>
              <a:ext cx="227160" cy="12265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226520"/>
                <a:gd name="textAreaBottom" fmla="*/ 1227960 h 1226520"/>
              </a:gdLst>
              <a:ahLst/>
              <a:rect l="textAreaLeft" t="textAreaTop" r="textAreaRight" b="textAreaBottom"/>
              <a:pathLst>
                <a:path w="7145" h="48332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593" name="Google Shape;479;p8"/>
          <p:cNvGrpSpPr/>
          <p:nvPr/>
        </p:nvGrpSpPr>
        <p:grpSpPr>
          <a:xfrm>
            <a:off x="28440" y="4361040"/>
            <a:ext cx="9092880" cy="781200"/>
            <a:chOff x="28440" y="4361040"/>
            <a:chExt cx="9092880" cy="781200"/>
          </a:xfrm>
        </p:grpSpPr>
        <p:sp>
          <p:nvSpPr>
            <p:cNvPr id="594" name="Google Shape;480;p8"/>
            <p:cNvSpPr/>
            <p:nvPr/>
          </p:nvSpPr>
          <p:spPr>
            <a:xfrm>
              <a:off x="435600" y="4857120"/>
              <a:ext cx="91440" cy="2851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285120"/>
                <a:gd name="textAreaBottom" fmla="*/ 286560 h 285120"/>
              </a:gdLst>
              <a:ahLst/>
              <a:rect l="textAreaLeft" t="textAreaTop" r="textAreaRight" b="textAreaBottom"/>
              <a:pathLst>
                <a:path w="2903" h="11274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95" name="Google Shape;481;p8"/>
            <p:cNvSpPr/>
            <p:nvPr/>
          </p:nvSpPr>
          <p:spPr>
            <a:xfrm>
              <a:off x="299880" y="4742280"/>
              <a:ext cx="91440" cy="399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03" h="15795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96" name="Google Shape;482;p8"/>
            <p:cNvSpPr/>
            <p:nvPr/>
          </p:nvSpPr>
          <p:spPr>
            <a:xfrm>
              <a:off x="164160" y="4690080"/>
              <a:ext cx="91440" cy="4521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03" h="1786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97" name="Google Shape;483;p8"/>
            <p:cNvSpPr/>
            <p:nvPr/>
          </p:nvSpPr>
          <p:spPr>
            <a:xfrm>
              <a:off x="28440" y="4823280"/>
              <a:ext cx="91440" cy="318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04" h="12614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98" name="Google Shape;484;p8"/>
            <p:cNvSpPr/>
            <p:nvPr/>
          </p:nvSpPr>
          <p:spPr>
            <a:xfrm>
              <a:off x="7124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599" name="Google Shape;485;p8"/>
            <p:cNvSpPr/>
            <p:nvPr/>
          </p:nvSpPr>
          <p:spPr>
            <a:xfrm>
              <a:off x="576720" y="4833000"/>
              <a:ext cx="93240" cy="3092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09240"/>
                <a:gd name="textAreaBottom" fmla="*/ 310680 h 309240"/>
              </a:gdLst>
              <a:ahLst/>
              <a:rect l="textAreaLeft" t="textAreaTop" r="textAreaRight" b="textAreaBottom"/>
              <a:pathLst>
                <a:path w="2959" h="12223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0" name="Google Shape;486;p8"/>
            <p:cNvSpPr/>
            <p:nvPr/>
          </p:nvSpPr>
          <p:spPr>
            <a:xfrm>
              <a:off x="98928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8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1" name="Google Shape;487;p8"/>
            <p:cNvSpPr/>
            <p:nvPr/>
          </p:nvSpPr>
          <p:spPr>
            <a:xfrm>
              <a:off x="853560" y="4633200"/>
              <a:ext cx="93240" cy="509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09040"/>
                <a:gd name="textAreaBottom" fmla="*/ 510480 h 509040"/>
              </a:gdLst>
              <a:ahLst/>
              <a:rect l="textAreaLeft" t="textAreaTop" r="textAreaRight" b="textAreaBottom"/>
              <a:pathLst>
                <a:path w="2959" h="20092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2" name="Google Shape;488;p8"/>
            <p:cNvSpPr/>
            <p:nvPr/>
          </p:nvSpPr>
          <p:spPr>
            <a:xfrm>
              <a:off x="126612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3" name="Google Shape;489;p8"/>
            <p:cNvSpPr/>
            <p:nvPr/>
          </p:nvSpPr>
          <p:spPr>
            <a:xfrm>
              <a:off x="1130400" y="4647240"/>
              <a:ext cx="93240" cy="494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94640"/>
                <a:gd name="textAreaBottom" fmla="*/ 496080 h 494640"/>
              </a:gdLst>
              <a:ahLst/>
              <a:rect l="textAreaLeft" t="textAreaTop" r="textAreaRight" b="textAreaBottom"/>
              <a:pathLst>
                <a:path w="2959" h="19534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4" name="Google Shape;490;p8"/>
            <p:cNvSpPr/>
            <p:nvPr/>
          </p:nvSpPr>
          <p:spPr>
            <a:xfrm>
              <a:off x="15429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5" name="Google Shape;491;p8"/>
            <p:cNvSpPr/>
            <p:nvPr/>
          </p:nvSpPr>
          <p:spPr>
            <a:xfrm>
              <a:off x="140724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6" name="Google Shape;492;p8"/>
            <p:cNvSpPr/>
            <p:nvPr/>
          </p:nvSpPr>
          <p:spPr>
            <a:xfrm>
              <a:off x="1821600" y="4599360"/>
              <a:ext cx="91440" cy="54288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03" h="21432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7" name="Google Shape;493;p8"/>
            <p:cNvSpPr/>
            <p:nvPr/>
          </p:nvSpPr>
          <p:spPr>
            <a:xfrm>
              <a:off x="168588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8" name="Google Shape;494;p8"/>
            <p:cNvSpPr/>
            <p:nvPr/>
          </p:nvSpPr>
          <p:spPr>
            <a:xfrm>
              <a:off x="209844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09" name="Google Shape;495;p8"/>
            <p:cNvSpPr/>
            <p:nvPr/>
          </p:nvSpPr>
          <p:spPr>
            <a:xfrm>
              <a:off x="196272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10" name="Google Shape;496;p8"/>
            <p:cNvSpPr/>
            <p:nvPr/>
          </p:nvSpPr>
          <p:spPr>
            <a:xfrm>
              <a:off x="2375280" y="4800600"/>
              <a:ext cx="93240" cy="341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41640"/>
                <a:gd name="textAreaBottom" fmla="*/ 343080 h 341640"/>
              </a:gdLst>
              <a:ahLst/>
              <a:rect l="textAreaLeft" t="textAreaTop" r="textAreaRight" b="textAreaBottom"/>
              <a:pathLst>
                <a:path w="2958" h="13507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11" name="Google Shape;497;p8"/>
            <p:cNvSpPr/>
            <p:nvPr/>
          </p:nvSpPr>
          <p:spPr>
            <a:xfrm>
              <a:off x="2239560" y="4661640"/>
              <a:ext cx="93240" cy="4806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0600"/>
                <a:gd name="textAreaBottom" fmla="*/ 482040 h 480600"/>
              </a:gdLst>
              <a:ahLst/>
              <a:rect l="textAreaLeft" t="textAreaTop" r="textAreaRight" b="textAreaBottom"/>
              <a:pathLst>
                <a:path w="2959" h="18976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12" name="Google Shape;498;p8"/>
            <p:cNvSpPr/>
            <p:nvPr/>
          </p:nvSpPr>
          <p:spPr>
            <a:xfrm>
              <a:off x="2652120" y="4794840"/>
              <a:ext cx="93240" cy="347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47400"/>
                <a:gd name="textAreaBottom" fmla="*/ 348840 h 347400"/>
              </a:gdLst>
              <a:ahLst/>
              <a:rect l="textAreaLeft" t="textAreaTop" r="textAreaRight" b="textAreaBottom"/>
              <a:pathLst>
                <a:path w="2959" h="1373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13" name="Google Shape;499;p8"/>
            <p:cNvSpPr/>
            <p:nvPr/>
          </p:nvSpPr>
          <p:spPr>
            <a:xfrm>
              <a:off x="2516400" y="4843080"/>
              <a:ext cx="93240" cy="299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99160"/>
                <a:gd name="textAreaBottom" fmla="*/ 300600 h 299160"/>
              </a:gdLst>
              <a:ahLst/>
              <a:rect l="textAreaLeft" t="textAreaTop" r="textAreaRight" b="textAreaBottom"/>
              <a:pathLst>
                <a:path w="2959" h="11832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14" name="Google Shape;500;p8"/>
            <p:cNvSpPr/>
            <p:nvPr/>
          </p:nvSpPr>
          <p:spPr>
            <a:xfrm>
              <a:off x="2930760" y="4570920"/>
              <a:ext cx="91440" cy="5713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71320"/>
                <a:gd name="textAreaBottom" fmla="*/ 572760 h 571320"/>
              </a:gdLst>
              <a:ahLst/>
              <a:rect l="textAreaLeft" t="textAreaTop" r="textAreaRight" b="textAreaBottom"/>
              <a:pathLst>
                <a:path w="2903" h="22548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15" name="Google Shape;501;p8"/>
            <p:cNvSpPr/>
            <p:nvPr/>
          </p:nvSpPr>
          <p:spPr>
            <a:xfrm>
              <a:off x="2795040" y="4742280"/>
              <a:ext cx="91440" cy="399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03" h="15795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16" name="Google Shape;502;p8"/>
            <p:cNvSpPr/>
            <p:nvPr/>
          </p:nvSpPr>
          <p:spPr>
            <a:xfrm>
              <a:off x="320760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17" name="Google Shape;503;p8"/>
            <p:cNvSpPr/>
            <p:nvPr/>
          </p:nvSpPr>
          <p:spPr>
            <a:xfrm>
              <a:off x="3071880" y="4485600"/>
              <a:ext cx="93240" cy="656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56640"/>
                <a:gd name="textAreaBottom" fmla="*/ 658080 h 656640"/>
              </a:gdLst>
              <a:ahLst/>
              <a:rect l="textAreaLeft" t="textAreaTop" r="textAreaRight" b="textAreaBottom"/>
              <a:pathLst>
                <a:path w="2959" h="25897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18" name="Google Shape;504;p8"/>
            <p:cNvSpPr/>
            <p:nvPr/>
          </p:nvSpPr>
          <p:spPr>
            <a:xfrm>
              <a:off x="3484440" y="4657320"/>
              <a:ext cx="93240" cy="484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4920"/>
                <a:gd name="textAreaBottom" fmla="*/ 486360 h 48492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19" name="Google Shape;505;p8"/>
            <p:cNvSpPr/>
            <p:nvPr/>
          </p:nvSpPr>
          <p:spPr>
            <a:xfrm>
              <a:off x="3348720" y="4485600"/>
              <a:ext cx="93240" cy="656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56640"/>
                <a:gd name="textAreaBottom" fmla="*/ 658080 h 656640"/>
              </a:gdLst>
              <a:ahLst/>
              <a:rect l="textAreaLeft" t="textAreaTop" r="textAreaRight" b="textAreaBottom"/>
              <a:pathLst>
                <a:path w="2959" h="25897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20" name="Google Shape;506;p8"/>
            <p:cNvSpPr/>
            <p:nvPr/>
          </p:nvSpPr>
          <p:spPr>
            <a:xfrm>
              <a:off x="376128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8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21" name="Google Shape;507;p8"/>
            <p:cNvSpPr/>
            <p:nvPr/>
          </p:nvSpPr>
          <p:spPr>
            <a:xfrm>
              <a:off x="362556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22" name="Google Shape;508;p8"/>
            <p:cNvSpPr/>
            <p:nvPr/>
          </p:nvSpPr>
          <p:spPr>
            <a:xfrm>
              <a:off x="403812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23" name="Google Shape;509;p8"/>
            <p:cNvSpPr/>
            <p:nvPr/>
          </p:nvSpPr>
          <p:spPr>
            <a:xfrm>
              <a:off x="3902400" y="4899960"/>
              <a:ext cx="93240" cy="2422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42280"/>
                <a:gd name="textAreaBottom" fmla="*/ 243720 h 242280"/>
              </a:gdLst>
              <a:ahLst/>
              <a:rect l="textAreaLeft" t="textAreaTop" r="textAreaRight" b="textAreaBottom"/>
              <a:pathLst>
                <a:path w="2958" h="960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24" name="Google Shape;510;p8"/>
            <p:cNvSpPr/>
            <p:nvPr/>
          </p:nvSpPr>
          <p:spPr>
            <a:xfrm>
              <a:off x="431676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25" name="Google Shape;511;p8"/>
            <p:cNvSpPr/>
            <p:nvPr/>
          </p:nvSpPr>
          <p:spPr>
            <a:xfrm>
              <a:off x="418104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26" name="Google Shape;512;p8"/>
            <p:cNvSpPr/>
            <p:nvPr/>
          </p:nvSpPr>
          <p:spPr>
            <a:xfrm>
              <a:off x="45932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27" name="Google Shape;513;p8"/>
            <p:cNvSpPr/>
            <p:nvPr/>
          </p:nvSpPr>
          <p:spPr>
            <a:xfrm>
              <a:off x="445788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28" name="Google Shape;514;p8"/>
            <p:cNvSpPr/>
            <p:nvPr/>
          </p:nvSpPr>
          <p:spPr>
            <a:xfrm>
              <a:off x="487008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29" name="Google Shape;515;p8"/>
            <p:cNvSpPr/>
            <p:nvPr/>
          </p:nvSpPr>
          <p:spPr>
            <a:xfrm>
              <a:off x="473436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30" name="Google Shape;516;p8"/>
            <p:cNvSpPr/>
            <p:nvPr/>
          </p:nvSpPr>
          <p:spPr>
            <a:xfrm>
              <a:off x="5146920" y="4361040"/>
              <a:ext cx="93240" cy="7812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81200"/>
                <a:gd name="textAreaBottom" fmla="*/ 782640 h 781200"/>
              </a:gdLst>
              <a:ahLst/>
              <a:rect l="textAreaLeft" t="textAreaTop" r="textAreaRight" b="textAreaBottom"/>
              <a:pathLst>
                <a:path w="2958" h="30808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31" name="Google Shape;517;p8"/>
            <p:cNvSpPr/>
            <p:nvPr/>
          </p:nvSpPr>
          <p:spPr>
            <a:xfrm>
              <a:off x="5011200" y="4417560"/>
              <a:ext cx="93240" cy="7246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4680"/>
                <a:gd name="textAreaBottom" fmla="*/ 726120 h 724680"/>
              </a:gdLst>
              <a:ahLst/>
              <a:rect l="textAreaLeft" t="textAreaTop" r="textAreaRight" b="textAreaBottom"/>
              <a:pathLst>
                <a:path w="2959" h="28575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32" name="Google Shape;518;p8"/>
            <p:cNvSpPr/>
            <p:nvPr/>
          </p:nvSpPr>
          <p:spPr>
            <a:xfrm>
              <a:off x="54255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33" name="Google Shape;519;p8"/>
            <p:cNvSpPr/>
            <p:nvPr/>
          </p:nvSpPr>
          <p:spPr>
            <a:xfrm>
              <a:off x="5289840" y="4456080"/>
              <a:ext cx="93240" cy="686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86160"/>
                <a:gd name="textAreaBottom" fmla="*/ 687600 h 686160"/>
              </a:gdLst>
              <a:ahLst/>
              <a:rect l="textAreaLeft" t="textAreaTop" r="textAreaRight" b="textAreaBottom"/>
              <a:pathLst>
                <a:path w="2959" h="27069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34" name="Google Shape;520;p8"/>
            <p:cNvSpPr/>
            <p:nvPr/>
          </p:nvSpPr>
          <p:spPr>
            <a:xfrm>
              <a:off x="570240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35" name="Google Shape;521;p8"/>
            <p:cNvSpPr/>
            <p:nvPr/>
          </p:nvSpPr>
          <p:spPr>
            <a:xfrm>
              <a:off x="5566680" y="4566600"/>
              <a:ext cx="93240" cy="575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75640"/>
                <a:gd name="textAreaBottom" fmla="*/ 577080 h 575640"/>
              </a:gdLst>
              <a:ahLst/>
              <a:rect l="textAreaLeft" t="textAreaTop" r="textAreaRight" b="textAreaBottom"/>
              <a:pathLst>
                <a:path w="2959" h="22715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36" name="Google Shape;522;p8"/>
            <p:cNvSpPr/>
            <p:nvPr/>
          </p:nvSpPr>
          <p:spPr>
            <a:xfrm>
              <a:off x="59792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37" name="Google Shape;523;p8"/>
            <p:cNvSpPr/>
            <p:nvPr/>
          </p:nvSpPr>
          <p:spPr>
            <a:xfrm>
              <a:off x="5843520" y="4881240"/>
              <a:ext cx="93240" cy="261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1000"/>
                <a:gd name="textAreaBottom" fmla="*/ 262440 h 261000"/>
              </a:gdLst>
              <a:ahLst/>
              <a:rect l="textAreaLeft" t="textAreaTop" r="textAreaRight" b="textAreaBottom"/>
              <a:pathLst>
                <a:path w="2959" h="10325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38" name="Google Shape;524;p8"/>
            <p:cNvSpPr/>
            <p:nvPr/>
          </p:nvSpPr>
          <p:spPr>
            <a:xfrm>
              <a:off x="6256080" y="4876920"/>
              <a:ext cx="93240" cy="264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4960"/>
                <a:gd name="textAreaBottom" fmla="*/ 266400 h 26496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39" name="Google Shape;525;p8"/>
            <p:cNvSpPr/>
            <p:nvPr/>
          </p:nvSpPr>
          <p:spPr>
            <a:xfrm>
              <a:off x="612036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40" name="Google Shape;526;p8"/>
            <p:cNvSpPr/>
            <p:nvPr/>
          </p:nvSpPr>
          <p:spPr>
            <a:xfrm>
              <a:off x="6534720" y="4637520"/>
              <a:ext cx="91440" cy="5047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04720"/>
                <a:gd name="textAreaBottom" fmla="*/ 506160 h 504720"/>
              </a:gdLst>
              <a:ahLst/>
              <a:rect l="textAreaLeft" t="textAreaTop" r="textAreaRight" b="textAreaBottom"/>
              <a:pathLst>
                <a:path w="2903" h="19925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41" name="Google Shape;527;p8"/>
            <p:cNvSpPr/>
            <p:nvPr/>
          </p:nvSpPr>
          <p:spPr>
            <a:xfrm>
              <a:off x="6399000" y="4823280"/>
              <a:ext cx="91440" cy="318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03" h="12614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42" name="Google Shape;528;p8"/>
            <p:cNvSpPr/>
            <p:nvPr/>
          </p:nvSpPr>
          <p:spPr>
            <a:xfrm>
              <a:off x="6811560" y="4876920"/>
              <a:ext cx="93240" cy="264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4960"/>
                <a:gd name="textAreaBottom" fmla="*/ 266400 h 26496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43" name="Google Shape;529;p8"/>
            <p:cNvSpPr/>
            <p:nvPr/>
          </p:nvSpPr>
          <p:spPr>
            <a:xfrm>
              <a:off x="6675840" y="4723920"/>
              <a:ext cx="93240" cy="418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18320"/>
                <a:gd name="textAreaBottom" fmla="*/ 419760 h 418320"/>
              </a:gdLst>
              <a:ahLst/>
              <a:rect l="textAreaLeft" t="textAreaTop" r="textAreaRight" b="textAreaBottom"/>
              <a:pathLst>
                <a:path w="2959" h="1652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44" name="Google Shape;530;p8"/>
            <p:cNvSpPr/>
            <p:nvPr/>
          </p:nvSpPr>
          <p:spPr>
            <a:xfrm>
              <a:off x="708840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45" name="Google Shape;531;p8"/>
            <p:cNvSpPr/>
            <p:nvPr/>
          </p:nvSpPr>
          <p:spPr>
            <a:xfrm>
              <a:off x="6952680" y="4657320"/>
              <a:ext cx="93240" cy="484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4920"/>
                <a:gd name="textAreaBottom" fmla="*/ 486360 h 48492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46" name="Google Shape;532;p8"/>
            <p:cNvSpPr/>
            <p:nvPr/>
          </p:nvSpPr>
          <p:spPr>
            <a:xfrm>
              <a:off x="736524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47" name="Google Shape;533;p8"/>
            <p:cNvSpPr/>
            <p:nvPr/>
          </p:nvSpPr>
          <p:spPr>
            <a:xfrm>
              <a:off x="7229520" y="4891320"/>
              <a:ext cx="93240" cy="250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50920"/>
                <a:gd name="textAreaBottom" fmla="*/ 252360 h 250920"/>
              </a:gdLst>
              <a:ahLst/>
              <a:rect l="textAreaLeft" t="textAreaTop" r="textAreaRight" b="textAreaBottom"/>
              <a:pathLst>
                <a:path w="2959" h="9935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48" name="Google Shape;534;p8"/>
            <p:cNvSpPr/>
            <p:nvPr/>
          </p:nvSpPr>
          <p:spPr>
            <a:xfrm>
              <a:off x="7643880" y="4738320"/>
              <a:ext cx="91440" cy="4039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403920"/>
                <a:gd name="textAreaBottom" fmla="*/ 405360 h 403920"/>
              </a:gdLst>
              <a:ahLst/>
              <a:rect l="textAreaLeft" t="textAreaTop" r="textAreaRight" b="textAreaBottom"/>
              <a:pathLst>
                <a:path w="2903" h="15962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49" name="Google Shape;535;p8"/>
            <p:cNvSpPr/>
            <p:nvPr/>
          </p:nvSpPr>
          <p:spPr>
            <a:xfrm>
              <a:off x="7506360" y="5000400"/>
              <a:ext cx="93240" cy="1418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41840"/>
                <a:gd name="textAreaBottom" fmla="*/ 143280 h 141840"/>
              </a:gdLst>
              <a:ahLst/>
              <a:rect l="textAreaLeft" t="textAreaTop" r="textAreaRight" b="textAreaBottom"/>
              <a:pathLst>
                <a:path w="2959" h="5637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1640" bIns="71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50" name="Google Shape;536;p8"/>
            <p:cNvSpPr/>
            <p:nvPr/>
          </p:nvSpPr>
          <p:spPr>
            <a:xfrm>
              <a:off x="7920720" y="4957920"/>
              <a:ext cx="93240" cy="184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84320"/>
                <a:gd name="textAreaBottom" fmla="*/ 185760 h 184320"/>
              </a:gdLst>
              <a:ahLst/>
              <a:rect l="textAreaLeft" t="textAreaTop" r="textAreaRight" b="textAreaBottom"/>
              <a:pathLst>
                <a:path w="2959" h="7312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51" name="Google Shape;537;p8"/>
            <p:cNvSpPr/>
            <p:nvPr/>
          </p:nvSpPr>
          <p:spPr>
            <a:xfrm>
              <a:off x="7785000" y="4853160"/>
              <a:ext cx="93240" cy="289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89080"/>
                <a:gd name="textAreaBottom" fmla="*/ 290520 h 289080"/>
              </a:gdLst>
              <a:ahLst/>
              <a:rect l="textAreaLeft" t="textAreaTop" r="textAreaRight" b="textAreaBottom"/>
              <a:pathLst>
                <a:path w="2959" h="11442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52" name="Google Shape;538;p8"/>
            <p:cNvSpPr/>
            <p:nvPr/>
          </p:nvSpPr>
          <p:spPr>
            <a:xfrm>
              <a:off x="81975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53" name="Google Shape;539;p8"/>
            <p:cNvSpPr/>
            <p:nvPr/>
          </p:nvSpPr>
          <p:spPr>
            <a:xfrm>
              <a:off x="8061840" y="4853160"/>
              <a:ext cx="93240" cy="289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89080"/>
                <a:gd name="textAreaBottom" fmla="*/ 290520 h 289080"/>
              </a:gdLst>
              <a:ahLst/>
              <a:rect l="textAreaLeft" t="textAreaTop" r="textAreaRight" b="textAreaBottom"/>
              <a:pathLst>
                <a:path w="2959" h="11442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54" name="Google Shape;540;p8"/>
            <p:cNvSpPr/>
            <p:nvPr/>
          </p:nvSpPr>
          <p:spPr>
            <a:xfrm>
              <a:off x="847440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8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55" name="Google Shape;541;p8"/>
            <p:cNvSpPr/>
            <p:nvPr/>
          </p:nvSpPr>
          <p:spPr>
            <a:xfrm>
              <a:off x="8338680" y="4623480"/>
              <a:ext cx="93240" cy="518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18760"/>
                <a:gd name="textAreaBottom" fmla="*/ 520200 h 518760"/>
              </a:gdLst>
              <a:ahLst/>
              <a:rect l="textAreaLeft" t="textAreaTop" r="textAreaRight" b="textAreaBottom"/>
              <a:pathLst>
                <a:path w="2959" h="20483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56" name="Google Shape;542;p8"/>
            <p:cNvSpPr/>
            <p:nvPr/>
          </p:nvSpPr>
          <p:spPr>
            <a:xfrm>
              <a:off x="8751240" y="4560840"/>
              <a:ext cx="93240" cy="581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81400"/>
                <a:gd name="textAreaBottom" fmla="*/ 582840 h 581400"/>
              </a:gdLst>
              <a:ahLst/>
              <a:rect l="textAreaLeft" t="textAreaTop" r="textAreaRight" b="textAreaBottom"/>
              <a:pathLst>
                <a:path w="2959" h="22939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57" name="Google Shape;543;p8"/>
            <p:cNvSpPr/>
            <p:nvPr/>
          </p:nvSpPr>
          <p:spPr>
            <a:xfrm>
              <a:off x="8615520" y="4470120"/>
              <a:ext cx="93240" cy="6721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72120"/>
                <a:gd name="textAreaBottom" fmla="*/ 673560 h 672120"/>
              </a:gdLst>
              <a:ahLst/>
              <a:rect l="textAreaLeft" t="textAreaTop" r="textAreaRight" b="textAreaBottom"/>
              <a:pathLst>
                <a:path w="2959" h="2651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58" name="Google Shape;544;p8"/>
            <p:cNvSpPr/>
            <p:nvPr/>
          </p:nvSpPr>
          <p:spPr>
            <a:xfrm>
              <a:off x="9029880" y="4560840"/>
              <a:ext cx="91440" cy="5814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81400"/>
                <a:gd name="textAreaBottom" fmla="*/ 582840 h 581400"/>
              </a:gdLst>
              <a:ahLst/>
              <a:rect l="textAreaLeft" t="textAreaTop" r="textAreaRight" b="textAreaBottom"/>
              <a:pathLst>
                <a:path w="2903" h="22939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59" name="Google Shape;545;p8"/>
            <p:cNvSpPr/>
            <p:nvPr/>
          </p:nvSpPr>
          <p:spPr>
            <a:xfrm>
              <a:off x="8893800" y="4379400"/>
              <a:ext cx="91440" cy="76284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762840"/>
                <a:gd name="textAreaBottom" fmla="*/ 764280 h 762840"/>
              </a:gdLst>
              <a:ahLst/>
              <a:rect l="textAreaLeft" t="textAreaTop" r="textAreaRight" b="textAreaBottom"/>
              <a:pathLst>
                <a:path w="2903" h="30082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660" name="Google Shape;546;p8"/>
          <p:cNvSpPr/>
          <p:nvPr/>
        </p:nvSpPr>
        <p:spPr>
          <a:xfrm>
            <a:off x="0" y="3579120"/>
            <a:ext cx="9142560" cy="12916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1291680"/>
              <a:gd name="textAreaBottom" fmla="*/ 1293120 h 1291680"/>
            </a:gdLst>
            <a:ahLst/>
            <a:rect l="textAreaLeft" t="textAreaTop" r="textAreaRight" b="textAreaBottom"/>
            <a:pathLst>
              <a:path w="285750" h="40408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61" name="PlaceHolder 1"/>
          <p:cNvSpPr>
            <a:spLocks noGrp="1"/>
          </p:cNvSpPr>
          <p:nvPr>
            <p:ph type="sldNum" idx="9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697E9B7-2674-49A5-AD86-2DD6174172E7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663" name="Google Shape;553;p9"/>
          <p:cNvSpPr/>
          <p:nvPr/>
        </p:nvSpPr>
        <p:spPr>
          <a:xfrm>
            <a:off x="0" y="0"/>
            <a:ext cx="9142560" cy="1087200"/>
          </a:xfrm>
          <a:prstGeom prst="rect">
            <a:avLst/>
          </a:pr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pSp>
        <p:nvGrpSpPr>
          <p:cNvPr id="664" name="Google Shape;554;p9"/>
          <p:cNvGrpSpPr/>
          <p:nvPr/>
        </p:nvGrpSpPr>
        <p:grpSpPr>
          <a:xfrm>
            <a:off x="28440" y="3850560"/>
            <a:ext cx="9092520" cy="1291680"/>
            <a:chOff x="28440" y="3850560"/>
            <a:chExt cx="9092520" cy="1291680"/>
          </a:xfrm>
        </p:grpSpPr>
        <p:sp>
          <p:nvSpPr>
            <p:cNvPr id="665" name="Google Shape;555;p9"/>
            <p:cNvSpPr/>
            <p:nvPr/>
          </p:nvSpPr>
          <p:spPr>
            <a:xfrm>
              <a:off x="299880" y="4626000"/>
              <a:ext cx="227160" cy="516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516240"/>
                <a:gd name="textAreaBottom" fmla="*/ 517680 h 516240"/>
              </a:gdLst>
              <a:ahLst/>
              <a:rect l="textAreaLeft" t="textAreaTop" r="textAreaRight" b="textAreaBottom"/>
              <a:pathLst>
                <a:path w="7144" h="20371">
                  <a:moveTo>
                    <a:pt x="0" y="0"/>
                  </a:moveTo>
                  <a:lnTo>
                    <a:pt x="0" y="20371"/>
                  </a:lnTo>
                  <a:lnTo>
                    <a:pt x="7144" y="20371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66" name="Google Shape;556;p9"/>
            <p:cNvSpPr/>
            <p:nvPr/>
          </p:nvSpPr>
          <p:spPr>
            <a:xfrm>
              <a:off x="28440" y="4410720"/>
              <a:ext cx="227160" cy="7315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145" h="28854">
                  <a:moveTo>
                    <a:pt x="1" y="0"/>
                  </a:moveTo>
                  <a:lnTo>
                    <a:pt x="1" y="28854"/>
                  </a:lnTo>
                  <a:lnTo>
                    <a:pt x="7145" y="28854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67" name="Google Shape;557;p9"/>
            <p:cNvSpPr/>
            <p:nvPr/>
          </p:nvSpPr>
          <p:spPr>
            <a:xfrm>
              <a:off x="5767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68" name="Google Shape;558;p9"/>
            <p:cNvSpPr/>
            <p:nvPr/>
          </p:nvSpPr>
          <p:spPr>
            <a:xfrm>
              <a:off x="853560" y="4331160"/>
              <a:ext cx="228960" cy="8110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811080"/>
                <a:gd name="textAreaBottom" fmla="*/ 812520 h 811080"/>
              </a:gdLst>
              <a:ahLst/>
              <a:rect l="textAreaLeft" t="textAreaTop" r="textAreaRight" b="textAreaBottom"/>
              <a:pathLst>
                <a:path w="7200" h="31980">
                  <a:moveTo>
                    <a:pt x="0" y="1"/>
                  </a:moveTo>
                  <a:lnTo>
                    <a:pt x="0" y="31980"/>
                  </a:lnTo>
                  <a:lnTo>
                    <a:pt x="7200" y="3198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69" name="Google Shape;559;p9"/>
            <p:cNvSpPr/>
            <p:nvPr/>
          </p:nvSpPr>
          <p:spPr>
            <a:xfrm>
              <a:off x="1130400" y="4734000"/>
              <a:ext cx="228960" cy="4082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408240"/>
                <a:gd name="textAreaBottom" fmla="*/ 409680 h 408240"/>
              </a:gdLst>
              <a:ahLst/>
              <a:rect l="textAreaLeft" t="textAreaTop" r="textAreaRight" b="textAreaBottom"/>
              <a:pathLst>
                <a:path w="7200" h="16130">
                  <a:moveTo>
                    <a:pt x="0" y="1"/>
                  </a:moveTo>
                  <a:lnTo>
                    <a:pt x="0" y="16130"/>
                  </a:lnTo>
                  <a:lnTo>
                    <a:pt x="7200" y="1613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70" name="Google Shape;560;p9"/>
            <p:cNvSpPr/>
            <p:nvPr/>
          </p:nvSpPr>
          <p:spPr>
            <a:xfrm>
              <a:off x="1409040" y="4094280"/>
              <a:ext cx="227160" cy="104760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145" h="41300">
                  <a:moveTo>
                    <a:pt x="1" y="0"/>
                  </a:moveTo>
                  <a:lnTo>
                    <a:pt x="1" y="41300"/>
                  </a:lnTo>
                  <a:lnTo>
                    <a:pt x="7144" y="41300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71" name="Google Shape;561;p9"/>
            <p:cNvSpPr/>
            <p:nvPr/>
          </p:nvSpPr>
          <p:spPr>
            <a:xfrm>
              <a:off x="1685880" y="4375080"/>
              <a:ext cx="228960" cy="7671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67160"/>
                <a:gd name="textAreaBottom" fmla="*/ 768600 h 767160"/>
              </a:gdLst>
              <a:ahLst/>
              <a:rect l="textAreaLeft" t="textAreaTop" r="textAreaRight" b="textAreaBottom"/>
              <a:pathLst>
                <a:path w="7200" h="30250">
                  <a:moveTo>
                    <a:pt x="0" y="1"/>
                  </a:moveTo>
                  <a:lnTo>
                    <a:pt x="0" y="30250"/>
                  </a:lnTo>
                  <a:lnTo>
                    <a:pt x="7200" y="3025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72" name="Google Shape;562;p9"/>
            <p:cNvSpPr/>
            <p:nvPr/>
          </p:nvSpPr>
          <p:spPr>
            <a:xfrm>
              <a:off x="19627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1" y="1"/>
                  </a:moveTo>
                  <a:lnTo>
                    <a:pt x="1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73" name="Google Shape;563;p9"/>
            <p:cNvSpPr/>
            <p:nvPr/>
          </p:nvSpPr>
          <p:spPr>
            <a:xfrm>
              <a:off x="2239560" y="4518360"/>
              <a:ext cx="228960" cy="6238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23880"/>
                <a:gd name="textAreaBottom" fmla="*/ 625320 h 623880"/>
              </a:gdLst>
              <a:ahLst/>
              <a:rect l="textAreaLeft" t="textAreaTop" r="textAreaRight" b="textAreaBottom"/>
              <a:pathLst>
                <a:path w="7200" h="24613">
                  <a:moveTo>
                    <a:pt x="0" y="1"/>
                  </a:moveTo>
                  <a:lnTo>
                    <a:pt x="0" y="24613"/>
                  </a:lnTo>
                  <a:lnTo>
                    <a:pt x="7200" y="24613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74" name="Google Shape;564;p9"/>
            <p:cNvSpPr/>
            <p:nvPr/>
          </p:nvSpPr>
          <p:spPr>
            <a:xfrm>
              <a:off x="251640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75" name="Google Shape;565;p9"/>
            <p:cNvSpPr/>
            <p:nvPr/>
          </p:nvSpPr>
          <p:spPr>
            <a:xfrm>
              <a:off x="2795040" y="4375080"/>
              <a:ext cx="227160" cy="7671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767160"/>
                <a:gd name="textAreaBottom" fmla="*/ 768600 h 767160"/>
              </a:gdLst>
              <a:ahLst/>
              <a:rect l="textAreaLeft" t="textAreaTop" r="textAreaRight" b="textAreaBottom"/>
              <a:pathLst>
                <a:path w="7145" h="30250">
                  <a:moveTo>
                    <a:pt x="1" y="1"/>
                  </a:moveTo>
                  <a:lnTo>
                    <a:pt x="1" y="30250"/>
                  </a:lnTo>
                  <a:lnTo>
                    <a:pt x="7144" y="3025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76" name="Google Shape;566;p9"/>
            <p:cNvSpPr/>
            <p:nvPr/>
          </p:nvSpPr>
          <p:spPr>
            <a:xfrm>
              <a:off x="3071880" y="3965400"/>
              <a:ext cx="228960" cy="11768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176840"/>
                <a:gd name="textAreaBottom" fmla="*/ 1178280 h 1176840"/>
              </a:gdLst>
              <a:ahLst/>
              <a:rect l="textAreaLeft" t="textAreaTop" r="textAreaRight" b="textAreaBottom"/>
              <a:pathLst>
                <a:path w="7200" h="46379">
                  <a:moveTo>
                    <a:pt x="0" y="1"/>
                  </a:moveTo>
                  <a:lnTo>
                    <a:pt x="0" y="46379"/>
                  </a:lnTo>
                  <a:lnTo>
                    <a:pt x="7200" y="46379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77" name="Google Shape;567;p9"/>
            <p:cNvSpPr/>
            <p:nvPr/>
          </p:nvSpPr>
          <p:spPr>
            <a:xfrm>
              <a:off x="334872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78" name="Google Shape;568;p9"/>
            <p:cNvSpPr/>
            <p:nvPr/>
          </p:nvSpPr>
          <p:spPr>
            <a:xfrm>
              <a:off x="3625560" y="4410720"/>
              <a:ext cx="228960" cy="731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79" name="Google Shape;569;p9"/>
            <p:cNvSpPr/>
            <p:nvPr/>
          </p:nvSpPr>
          <p:spPr>
            <a:xfrm>
              <a:off x="3904200" y="4626000"/>
              <a:ext cx="227160" cy="516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516240"/>
                <a:gd name="textAreaBottom" fmla="*/ 517680 h 516240"/>
              </a:gdLst>
              <a:ahLst/>
              <a:rect l="textAreaLeft" t="textAreaTop" r="textAreaRight" b="textAreaBottom"/>
              <a:pathLst>
                <a:path w="7145" h="20371">
                  <a:moveTo>
                    <a:pt x="1" y="0"/>
                  </a:moveTo>
                  <a:lnTo>
                    <a:pt x="1" y="20371"/>
                  </a:lnTo>
                  <a:lnTo>
                    <a:pt x="7145" y="20371"/>
                  </a:lnTo>
                  <a:lnTo>
                    <a:pt x="7145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80" name="Google Shape;570;p9"/>
            <p:cNvSpPr/>
            <p:nvPr/>
          </p:nvSpPr>
          <p:spPr>
            <a:xfrm>
              <a:off x="4181040" y="4461840"/>
              <a:ext cx="228960" cy="6804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80400"/>
                <a:gd name="textAreaBottom" fmla="*/ 681840 h 680400"/>
              </a:gdLst>
              <a:ahLst/>
              <a:rect l="textAreaLeft" t="textAreaTop" r="textAreaRight" b="textAreaBottom"/>
              <a:pathLst>
                <a:path w="7201" h="26845">
                  <a:moveTo>
                    <a:pt x="0" y="0"/>
                  </a:moveTo>
                  <a:lnTo>
                    <a:pt x="0" y="26845"/>
                  </a:lnTo>
                  <a:lnTo>
                    <a:pt x="7200" y="26845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81" name="Google Shape;571;p9"/>
            <p:cNvSpPr/>
            <p:nvPr/>
          </p:nvSpPr>
          <p:spPr>
            <a:xfrm>
              <a:off x="4457880" y="4239000"/>
              <a:ext cx="228960" cy="9032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03240"/>
                <a:gd name="textAreaBottom" fmla="*/ 904680 h 903240"/>
              </a:gdLst>
              <a:ahLst/>
              <a:rect l="textAreaLeft" t="textAreaTop" r="textAreaRight" b="textAreaBottom"/>
              <a:pathLst>
                <a:path w="7200" h="35608">
                  <a:moveTo>
                    <a:pt x="0" y="1"/>
                  </a:moveTo>
                  <a:lnTo>
                    <a:pt x="0" y="35608"/>
                  </a:lnTo>
                  <a:lnTo>
                    <a:pt x="7200" y="35608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82" name="Google Shape;572;p9"/>
            <p:cNvSpPr/>
            <p:nvPr/>
          </p:nvSpPr>
          <p:spPr>
            <a:xfrm>
              <a:off x="473436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1" h="41300">
                  <a:moveTo>
                    <a:pt x="1" y="0"/>
                  </a:moveTo>
                  <a:lnTo>
                    <a:pt x="1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83" name="Google Shape;573;p9"/>
            <p:cNvSpPr/>
            <p:nvPr/>
          </p:nvSpPr>
          <p:spPr>
            <a:xfrm>
              <a:off x="5011200" y="3850560"/>
              <a:ext cx="228960" cy="1291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91680"/>
                <a:gd name="textAreaBottom" fmla="*/ 1293120 h 129168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84" name="Google Shape;574;p9"/>
            <p:cNvSpPr/>
            <p:nvPr/>
          </p:nvSpPr>
          <p:spPr>
            <a:xfrm>
              <a:off x="5289840" y="4187880"/>
              <a:ext cx="227160" cy="95436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145" h="37617">
                  <a:moveTo>
                    <a:pt x="1" y="1"/>
                  </a:moveTo>
                  <a:lnTo>
                    <a:pt x="1" y="37617"/>
                  </a:lnTo>
                  <a:lnTo>
                    <a:pt x="7145" y="37617"/>
                  </a:lnTo>
                  <a:lnTo>
                    <a:pt x="7145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85" name="Google Shape;575;p9"/>
            <p:cNvSpPr/>
            <p:nvPr/>
          </p:nvSpPr>
          <p:spPr>
            <a:xfrm>
              <a:off x="5566680" y="4000680"/>
              <a:ext cx="228960" cy="11412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141200"/>
                <a:gd name="textAreaBottom" fmla="*/ 1142640 h 1141200"/>
              </a:gdLst>
              <a:ahLst/>
              <a:rect l="textAreaLeft" t="textAreaTop" r="textAreaRight" b="textAreaBottom"/>
              <a:pathLst>
                <a:path w="7201" h="44984">
                  <a:moveTo>
                    <a:pt x="0" y="1"/>
                  </a:moveTo>
                  <a:lnTo>
                    <a:pt x="0" y="44984"/>
                  </a:lnTo>
                  <a:lnTo>
                    <a:pt x="7200" y="44984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86" name="Google Shape;576;p9"/>
            <p:cNvSpPr/>
            <p:nvPr/>
          </p:nvSpPr>
          <p:spPr>
            <a:xfrm>
              <a:off x="5843520" y="4094280"/>
              <a:ext cx="228960" cy="104760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47600"/>
                <a:gd name="textAreaBottom" fmla="*/ 1049040 h 1047600"/>
              </a:gdLst>
              <a:ahLst/>
              <a:rect l="textAreaLeft" t="textAreaTop" r="textAreaRight" b="textAreaBottom"/>
              <a:pathLst>
                <a:path w="7200" h="41300">
                  <a:moveTo>
                    <a:pt x="0" y="0"/>
                  </a:moveTo>
                  <a:lnTo>
                    <a:pt x="0" y="41300"/>
                  </a:lnTo>
                  <a:lnTo>
                    <a:pt x="7200" y="4130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87" name="Google Shape;577;p9"/>
            <p:cNvSpPr/>
            <p:nvPr/>
          </p:nvSpPr>
          <p:spPr>
            <a:xfrm>
              <a:off x="6120360" y="4497120"/>
              <a:ext cx="228960" cy="6451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645120"/>
                <a:gd name="textAreaBottom" fmla="*/ 646560 h 645120"/>
              </a:gdLst>
              <a:ahLst/>
              <a:rect l="textAreaLeft" t="textAreaTop" r="textAreaRight" b="textAreaBottom"/>
              <a:pathLst>
                <a:path w="7201" h="25450">
                  <a:moveTo>
                    <a:pt x="1" y="0"/>
                  </a:moveTo>
                  <a:lnTo>
                    <a:pt x="1" y="25450"/>
                  </a:lnTo>
                  <a:lnTo>
                    <a:pt x="7200" y="2545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88" name="Google Shape;578;p9"/>
            <p:cNvSpPr/>
            <p:nvPr/>
          </p:nvSpPr>
          <p:spPr>
            <a:xfrm>
              <a:off x="6399000" y="4331160"/>
              <a:ext cx="227160" cy="81108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811080"/>
                <a:gd name="textAreaBottom" fmla="*/ 812520 h 811080"/>
              </a:gdLst>
              <a:ahLst/>
              <a:rect l="textAreaLeft" t="textAreaTop" r="textAreaRight" b="textAreaBottom"/>
              <a:pathLst>
                <a:path w="7144" h="31980">
                  <a:moveTo>
                    <a:pt x="0" y="1"/>
                  </a:moveTo>
                  <a:lnTo>
                    <a:pt x="0" y="31980"/>
                  </a:lnTo>
                  <a:lnTo>
                    <a:pt x="7144" y="31980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89" name="Google Shape;579;p9"/>
            <p:cNvSpPr/>
            <p:nvPr/>
          </p:nvSpPr>
          <p:spPr>
            <a:xfrm>
              <a:off x="6675840" y="4663080"/>
              <a:ext cx="228960" cy="4791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479160"/>
                <a:gd name="textAreaBottom" fmla="*/ 480600 h 479160"/>
              </a:gdLst>
              <a:ahLst/>
              <a:rect l="textAreaLeft" t="textAreaTop" r="textAreaRight" b="textAreaBottom"/>
              <a:pathLst>
                <a:path w="7201" h="18920">
                  <a:moveTo>
                    <a:pt x="1" y="0"/>
                  </a:moveTo>
                  <a:lnTo>
                    <a:pt x="1" y="18920"/>
                  </a:lnTo>
                  <a:lnTo>
                    <a:pt x="7200" y="18920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90" name="Google Shape;580;p9"/>
            <p:cNvSpPr/>
            <p:nvPr/>
          </p:nvSpPr>
          <p:spPr>
            <a:xfrm>
              <a:off x="695268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1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91" name="Google Shape;581;p9"/>
            <p:cNvSpPr/>
            <p:nvPr/>
          </p:nvSpPr>
          <p:spPr>
            <a:xfrm>
              <a:off x="7229520" y="4410720"/>
              <a:ext cx="228960" cy="731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731520"/>
                <a:gd name="textAreaBottom" fmla="*/ 732960 h 731520"/>
              </a:gdLst>
              <a:ahLst/>
              <a:rect l="textAreaLeft" t="textAreaTop" r="textAreaRight" b="textAreaBottom"/>
              <a:pathLst>
                <a:path w="7200" h="28854">
                  <a:moveTo>
                    <a:pt x="0" y="0"/>
                  </a:moveTo>
                  <a:lnTo>
                    <a:pt x="0" y="28854"/>
                  </a:lnTo>
                  <a:lnTo>
                    <a:pt x="7200" y="28854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92" name="Google Shape;582;p9"/>
            <p:cNvSpPr/>
            <p:nvPr/>
          </p:nvSpPr>
          <p:spPr>
            <a:xfrm>
              <a:off x="7506360" y="4051800"/>
              <a:ext cx="228960" cy="109044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090440"/>
                <a:gd name="textAreaBottom" fmla="*/ 1091880 h 1090440"/>
              </a:gdLst>
              <a:ahLst/>
              <a:rect l="textAreaLeft" t="textAreaTop" r="textAreaRight" b="textAreaBottom"/>
              <a:pathLst>
                <a:path w="7201" h="42975">
                  <a:moveTo>
                    <a:pt x="1" y="1"/>
                  </a:moveTo>
                  <a:lnTo>
                    <a:pt x="1" y="42975"/>
                  </a:lnTo>
                  <a:lnTo>
                    <a:pt x="7200" y="42975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93" name="Google Shape;583;p9"/>
            <p:cNvSpPr/>
            <p:nvPr/>
          </p:nvSpPr>
          <p:spPr>
            <a:xfrm>
              <a:off x="7785000" y="4239000"/>
              <a:ext cx="227160" cy="90324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903240"/>
                <a:gd name="textAreaBottom" fmla="*/ 904680 h 903240"/>
              </a:gdLst>
              <a:ahLst/>
              <a:rect l="textAreaLeft" t="textAreaTop" r="textAreaRight" b="textAreaBottom"/>
              <a:pathLst>
                <a:path w="7144" h="35608">
                  <a:moveTo>
                    <a:pt x="0" y="1"/>
                  </a:moveTo>
                  <a:lnTo>
                    <a:pt x="0" y="35608"/>
                  </a:lnTo>
                  <a:lnTo>
                    <a:pt x="7144" y="35608"/>
                  </a:lnTo>
                  <a:lnTo>
                    <a:pt x="7144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94" name="Google Shape;584;p9"/>
            <p:cNvSpPr/>
            <p:nvPr/>
          </p:nvSpPr>
          <p:spPr>
            <a:xfrm>
              <a:off x="8061840" y="3915720"/>
              <a:ext cx="228960" cy="122652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26520"/>
                <a:gd name="textAreaBottom" fmla="*/ 1227960 h 1226520"/>
              </a:gdLst>
              <a:ahLst/>
              <a:rect l="textAreaLeft" t="textAreaTop" r="textAreaRight" b="textAreaBottom"/>
              <a:pathLst>
                <a:path w="7201" h="48332">
                  <a:moveTo>
                    <a:pt x="1" y="0"/>
                  </a:moveTo>
                  <a:lnTo>
                    <a:pt x="1" y="48332"/>
                  </a:lnTo>
                  <a:lnTo>
                    <a:pt x="7200" y="48332"/>
                  </a:lnTo>
                  <a:lnTo>
                    <a:pt x="7200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95" name="Google Shape;585;p9"/>
            <p:cNvSpPr/>
            <p:nvPr/>
          </p:nvSpPr>
          <p:spPr>
            <a:xfrm>
              <a:off x="8338680" y="3850560"/>
              <a:ext cx="228960" cy="129168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1291680"/>
                <a:gd name="textAreaBottom" fmla="*/ 1293120 h 1291680"/>
              </a:gdLst>
              <a:ahLst/>
              <a:rect l="textAreaLeft" t="textAreaTop" r="textAreaRight" b="textAreaBottom"/>
              <a:pathLst>
                <a:path w="7200" h="50900">
                  <a:moveTo>
                    <a:pt x="0" y="1"/>
                  </a:moveTo>
                  <a:lnTo>
                    <a:pt x="0" y="50900"/>
                  </a:lnTo>
                  <a:lnTo>
                    <a:pt x="7200" y="50900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96" name="Google Shape;586;p9"/>
            <p:cNvSpPr/>
            <p:nvPr/>
          </p:nvSpPr>
          <p:spPr>
            <a:xfrm>
              <a:off x="8615520" y="4187880"/>
              <a:ext cx="228960" cy="954360"/>
            </a:xfrm>
            <a:custGeom>
              <a:avLst/>
              <a:gdLst>
                <a:gd name="textAreaLeft" fmla="*/ 0 w 228960"/>
                <a:gd name="textAreaRight" fmla="*/ 230400 w 228960"/>
                <a:gd name="textAreaTop" fmla="*/ 0 h 954360"/>
                <a:gd name="textAreaBottom" fmla="*/ 955800 h 954360"/>
              </a:gdLst>
              <a:ahLst/>
              <a:rect l="textAreaLeft" t="textAreaTop" r="textAreaRight" b="textAreaBottom"/>
              <a:pathLst>
                <a:path w="7200" h="37617">
                  <a:moveTo>
                    <a:pt x="0" y="1"/>
                  </a:moveTo>
                  <a:lnTo>
                    <a:pt x="0" y="37617"/>
                  </a:lnTo>
                  <a:lnTo>
                    <a:pt x="7200" y="37617"/>
                  </a:lnTo>
                  <a:lnTo>
                    <a:pt x="7200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697" name="Google Shape;587;p9"/>
            <p:cNvSpPr/>
            <p:nvPr/>
          </p:nvSpPr>
          <p:spPr>
            <a:xfrm>
              <a:off x="8893800" y="3915720"/>
              <a:ext cx="227160" cy="1226520"/>
            </a:xfrm>
            <a:custGeom>
              <a:avLst/>
              <a:gdLst>
                <a:gd name="textAreaLeft" fmla="*/ 0 w 227160"/>
                <a:gd name="textAreaRight" fmla="*/ 228600 w 227160"/>
                <a:gd name="textAreaTop" fmla="*/ 0 h 1226520"/>
                <a:gd name="textAreaBottom" fmla="*/ 1227960 h 1226520"/>
              </a:gdLst>
              <a:ahLst/>
              <a:rect l="textAreaLeft" t="textAreaTop" r="textAreaRight" b="textAreaBottom"/>
              <a:pathLst>
                <a:path w="7145" h="48332">
                  <a:moveTo>
                    <a:pt x="1" y="0"/>
                  </a:moveTo>
                  <a:lnTo>
                    <a:pt x="1" y="48332"/>
                  </a:lnTo>
                  <a:lnTo>
                    <a:pt x="7144" y="48332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grpSp>
        <p:nvGrpSpPr>
          <p:cNvPr id="698" name="Google Shape;588;p9"/>
          <p:cNvGrpSpPr/>
          <p:nvPr/>
        </p:nvGrpSpPr>
        <p:grpSpPr>
          <a:xfrm>
            <a:off x="28440" y="4361040"/>
            <a:ext cx="9092880" cy="781200"/>
            <a:chOff x="28440" y="4361040"/>
            <a:chExt cx="9092880" cy="781200"/>
          </a:xfrm>
        </p:grpSpPr>
        <p:sp>
          <p:nvSpPr>
            <p:cNvPr id="699" name="Google Shape;589;p9"/>
            <p:cNvSpPr/>
            <p:nvPr/>
          </p:nvSpPr>
          <p:spPr>
            <a:xfrm>
              <a:off x="435600" y="4857120"/>
              <a:ext cx="91440" cy="2851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285120"/>
                <a:gd name="textAreaBottom" fmla="*/ 286560 h 285120"/>
              </a:gdLst>
              <a:ahLst/>
              <a:rect l="textAreaLeft" t="textAreaTop" r="textAreaRight" b="textAreaBottom"/>
              <a:pathLst>
                <a:path w="2903" h="11274">
                  <a:moveTo>
                    <a:pt x="1" y="0"/>
                  </a:moveTo>
                  <a:lnTo>
                    <a:pt x="1" y="11274"/>
                  </a:lnTo>
                  <a:lnTo>
                    <a:pt x="2903" y="11274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0" name="Google Shape;590;p9"/>
            <p:cNvSpPr/>
            <p:nvPr/>
          </p:nvSpPr>
          <p:spPr>
            <a:xfrm>
              <a:off x="299880" y="4742280"/>
              <a:ext cx="91440" cy="399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03" h="15795">
                  <a:moveTo>
                    <a:pt x="0" y="1"/>
                  </a:moveTo>
                  <a:lnTo>
                    <a:pt x="0" y="15795"/>
                  </a:lnTo>
                  <a:lnTo>
                    <a:pt x="2902" y="15795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1" name="Google Shape;591;p9"/>
            <p:cNvSpPr/>
            <p:nvPr/>
          </p:nvSpPr>
          <p:spPr>
            <a:xfrm>
              <a:off x="164160" y="4690080"/>
              <a:ext cx="91440" cy="4521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03" h="17860">
                  <a:moveTo>
                    <a:pt x="1" y="1"/>
                  </a:moveTo>
                  <a:lnTo>
                    <a:pt x="1" y="17860"/>
                  </a:lnTo>
                  <a:lnTo>
                    <a:pt x="2903" y="17860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2" name="Google Shape;592;p9"/>
            <p:cNvSpPr/>
            <p:nvPr/>
          </p:nvSpPr>
          <p:spPr>
            <a:xfrm>
              <a:off x="28440" y="4823280"/>
              <a:ext cx="91440" cy="318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04" h="12614">
                  <a:moveTo>
                    <a:pt x="1" y="1"/>
                  </a:moveTo>
                  <a:lnTo>
                    <a:pt x="1" y="12614"/>
                  </a:lnTo>
                  <a:lnTo>
                    <a:pt x="2903" y="12614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3" name="Google Shape;593;p9"/>
            <p:cNvSpPr/>
            <p:nvPr/>
          </p:nvSpPr>
          <p:spPr>
            <a:xfrm>
              <a:off x="7124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4" name="Google Shape;594;p9"/>
            <p:cNvSpPr/>
            <p:nvPr/>
          </p:nvSpPr>
          <p:spPr>
            <a:xfrm>
              <a:off x="576720" y="4833000"/>
              <a:ext cx="93240" cy="3092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09240"/>
                <a:gd name="textAreaBottom" fmla="*/ 310680 h 309240"/>
              </a:gdLst>
              <a:ahLst/>
              <a:rect l="textAreaLeft" t="textAreaTop" r="textAreaRight" b="textAreaBottom"/>
              <a:pathLst>
                <a:path w="2959" h="12223">
                  <a:moveTo>
                    <a:pt x="1" y="1"/>
                  </a:moveTo>
                  <a:lnTo>
                    <a:pt x="1" y="12223"/>
                  </a:lnTo>
                  <a:lnTo>
                    <a:pt x="2959" y="12223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5" name="Google Shape;595;p9"/>
            <p:cNvSpPr/>
            <p:nvPr/>
          </p:nvSpPr>
          <p:spPr>
            <a:xfrm>
              <a:off x="98928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8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6" name="Google Shape;596;p9"/>
            <p:cNvSpPr/>
            <p:nvPr/>
          </p:nvSpPr>
          <p:spPr>
            <a:xfrm>
              <a:off x="853560" y="4633200"/>
              <a:ext cx="93240" cy="5090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09040"/>
                <a:gd name="textAreaBottom" fmla="*/ 510480 h 509040"/>
              </a:gdLst>
              <a:ahLst/>
              <a:rect l="textAreaLeft" t="textAreaTop" r="textAreaRight" b="textAreaBottom"/>
              <a:pathLst>
                <a:path w="2959" h="20092">
                  <a:moveTo>
                    <a:pt x="0" y="0"/>
                  </a:moveTo>
                  <a:lnTo>
                    <a:pt x="0" y="20092"/>
                  </a:lnTo>
                  <a:lnTo>
                    <a:pt x="2958" y="2009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7" name="Google Shape;597;p9"/>
            <p:cNvSpPr/>
            <p:nvPr/>
          </p:nvSpPr>
          <p:spPr>
            <a:xfrm>
              <a:off x="126612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8" name="Google Shape;598;p9"/>
            <p:cNvSpPr/>
            <p:nvPr/>
          </p:nvSpPr>
          <p:spPr>
            <a:xfrm>
              <a:off x="1130400" y="4647240"/>
              <a:ext cx="93240" cy="494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94640"/>
                <a:gd name="textAreaBottom" fmla="*/ 496080 h 494640"/>
              </a:gdLst>
              <a:ahLst/>
              <a:rect l="textAreaLeft" t="textAreaTop" r="textAreaRight" b="textAreaBottom"/>
              <a:pathLst>
                <a:path w="2959" h="19534">
                  <a:moveTo>
                    <a:pt x="0" y="0"/>
                  </a:moveTo>
                  <a:lnTo>
                    <a:pt x="0" y="19534"/>
                  </a:lnTo>
                  <a:lnTo>
                    <a:pt x="2958" y="1953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09" name="Google Shape;599;p9"/>
            <p:cNvSpPr/>
            <p:nvPr/>
          </p:nvSpPr>
          <p:spPr>
            <a:xfrm>
              <a:off x="15429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0" name="Google Shape;600;p9"/>
            <p:cNvSpPr/>
            <p:nvPr/>
          </p:nvSpPr>
          <p:spPr>
            <a:xfrm>
              <a:off x="140724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1" y="1"/>
                  </a:moveTo>
                  <a:lnTo>
                    <a:pt x="1" y="13172"/>
                  </a:lnTo>
                  <a:lnTo>
                    <a:pt x="2959" y="1317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1" name="Google Shape;601;p9"/>
            <p:cNvSpPr/>
            <p:nvPr/>
          </p:nvSpPr>
          <p:spPr>
            <a:xfrm>
              <a:off x="1821600" y="4599360"/>
              <a:ext cx="91440" cy="54288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03" h="21432">
                  <a:moveTo>
                    <a:pt x="1" y="1"/>
                  </a:moveTo>
                  <a:lnTo>
                    <a:pt x="1" y="21432"/>
                  </a:lnTo>
                  <a:lnTo>
                    <a:pt x="2903" y="21432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2" name="Google Shape;602;p9"/>
            <p:cNvSpPr/>
            <p:nvPr/>
          </p:nvSpPr>
          <p:spPr>
            <a:xfrm>
              <a:off x="168588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3" name="Google Shape;603;p9"/>
            <p:cNvSpPr/>
            <p:nvPr/>
          </p:nvSpPr>
          <p:spPr>
            <a:xfrm>
              <a:off x="209844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4" name="Google Shape;604;p9"/>
            <p:cNvSpPr/>
            <p:nvPr/>
          </p:nvSpPr>
          <p:spPr>
            <a:xfrm>
              <a:off x="196272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5" name="Google Shape;605;p9"/>
            <p:cNvSpPr/>
            <p:nvPr/>
          </p:nvSpPr>
          <p:spPr>
            <a:xfrm>
              <a:off x="2375280" y="4800600"/>
              <a:ext cx="93240" cy="341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41640"/>
                <a:gd name="textAreaBottom" fmla="*/ 343080 h 341640"/>
              </a:gdLst>
              <a:ahLst/>
              <a:rect l="textAreaLeft" t="textAreaTop" r="textAreaRight" b="textAreaBottom"/>
              <a:pathLst>
                <a:path w="2958" h="13507">
                  <a:moveTo>
                    <a:pt x="0" y="1"/>
                  </a:moveTo>
                  <a:lnTo>
                    <a:pt x="0" y="13507"/>
                  </a:lnTo>
                  <a:lnTo>
                    <a:pt x="2958" y="1350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6" name="Google Shape;606;p9"/>
            <p:cNvSpPr/>
            <p:nvPr/>
          </p:nvSpPr>
          <p:spPr>
            <a:xfrm>
              <a:off x="2239560" y="4661640"/>
              <a:ext cx="93240" cy="4806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0600"/>
                <a:gd name="textAreaBottom" fmla="*/ 482040 h 480600"/>
              </a:gdLst>
              <a:ahLst/>
              <a:rect l="textAreaLeft" t="textAreaTop" r="textAreaRight" b="textAreaBottom"/>
              <a:pathLst>
                <a:path w="2959" h="18976">
                  <a:moveTo>
                    <a:pt x="0" y="0"/>
                  </a:moveTo>
                  <a:lnTo>
                    <a:pt x="0" y="18976"/>
                  </a:lnTo>
                  <a:lnTo>
                    <a:pt x="2958" y="18976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7" name="Google Shape;607;p9"/>
            <p:cNvSpPr/>
            <p:nvPr/>
          </p:nvSpPr>
          <p:spPr>
            <a:xfrm>
              <a:off x="2652120" y="4794840"/>
              <a:ext cx="93240" cy="347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47400"/>
                <a:gd name="textAreaBottom" fmla="*/ 348840 h 347400"/>
              </a:gdLst>
              <a:ahLst/>
              <a:rect l="textAreaLeft" t="textAreaTop" r="textAreaRight" b="textAreaBottom"/>
              <a:pathLst>
                <a:path w="2959" h="13730">
                  <a:moveTo>
                    <a:pt x="1" y="1"/>
                  </a:moveTo>
                  <a:lnTo>
                    <a:pt x="1" y="13730"/>
                  </a:lnTo>
                  <a:lnTo>
                    <a:pt x="2959" y="1373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8" name="Google Shape;608;p9"/>
            <p:cNvSpPr/>
            <p:nvPr/>
          </p:nvSpPr>
          <p:spPr>
            <a:xfrm>
              <a:off x="2516400" y="4843080"/>
              <a:ext cx="93240" cy="299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99160"/>
                <a:gd name="textAreaBottom" fmla="*/ 300600 h 299160"/>
              </a:gdLst>
              <a:ahLst/>
              <a:rect l="textAreaLeft" t="textAreaTop" r="textAreaRight" b="textAreaBottom"/>
              <a:pathLst>
                <a:path w="2959" h="11832">
                  <a:moveTo>
                    <a:pt x="0" y="0"/>
                  </a:moveTo>
                  <a:lnTo>
                    <a:pt x="0" y="11832"/>
                  </a:lnTo>
                  <a:lnTo>
                    <a:pt x="2958" y="11832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19" name="Google Shape;609;p9"/>
            <p:cNvSpPr/>
            <p:nvPr/>
          </p:nvSpPr>
          <p:spPr>
            <a:xfrm>
              <a:off x="2930760" y="4570920"/>
              <a:ext cx="91440" cy="5713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71320"/>
                <a:gd name="textAreaBottom" fmla="*/ 572760 h 571320"/>
              </a:gdLst>
              <a:ahLst/>
              <a:rect l="textAreaLeft" t="textAreaTop" r="textAreaRight" b="textAreaBottom"/>
              <a:pathLst>
                <a:path w="2903" h="22548">
                  <a:moveTo>
                    <a:pt x="0" y="1"/>
                  </a:moveTo>
                  <a:lnTo>
                    <a:pt x="0" y="22548"/>
                  </a:lnTo>
                  <a:lnTo>
                    <a:pt x="2902" y="22548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0" name="Google Shape;610;p9"/>
            <p:cNvSpPr/>
            <p:nvPr/>
          </p:nvSpPr>
          <p:spPr>
            <a:xfrm>
              <a:off x="2795040" y="4742280"/>
              <a:ext cx="91440" cy="399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03" h="15795">
                  <a:moveTo>
                    <a:pt x="1" y="1"/>
                  </a:moveTo>
                  <a:lnTo>
                    <a:pt x="1" y="15795"/>
                  </a:lnTo>
                  <a:lnTo>
                    <a:pt x="2903" y="1579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1" name="Google Shape;611;p9"/>
            <p:cNvSpPr/>
            <p:nvPr/>
          </p:nvSpPr>
          <p:spPr>
            <a:xfrm>
              <a:off x="320760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1" y="0"/>
                  </a:moveTo>
                  <a:lnTo>
                    <a:pt x="1" y="23664"/>
                  </a:lnTo>
                  <a:lnTo>
                    <a:pt x="2959" y="23664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2" name="Google Shape;612;p9"/>
            <p:cNvSpPr/>
            <p:nvPr/>
          </p:nvSpPr>
          <p:spPr>
            <a:xfrm>
              <a:off x="3071880" y="4485600"/>
              <a:ext cx="93240" cy="656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56640"/>
                <a:gd name="textAreaBottom" fmla="*/ 658080 h 656640"/>
              </a:gdLst>
              <a:ahLst/>
              <a:rect l="textAreaLeft" t="textAreaTop" r="textAreaRight" b="textAreaBottom"/>
              <a:pathLst>
                <a:path w="2959" h="25897">
                  <a:moveTo>
                    <a:pt x="0" y="1"/>
                  </a:moveTo>
                  <a:lnTo>
                    <a:pt x="0" y="25897"/>
                  </a:lnTo>
                  <a:lnTo>
                    <a:pt x="2958" y="25897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3" name="Google Shape;613;p9"/>
            <p:cNvSpPr/>
            <p:nvPr/>
          </p:nvSpPr>
          <p:spPr>
            <a:xfrm>
              <a:off x="3484440" y="4657320"/>
              <a:ext cx="93240" cy="484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4920"/>
                <a:gd name="textAreaBottom" fmla="*/ 486360 h 48492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4" name="Google Shape;614;p9"/>
            <p:cNvSpPr/>
            <p:nvPr/>
          </p:nvSpPr>
          <p:spPr>
            <a:xfrm>
              <a:off x="3348720" y="4485600"/>
              <a:ext cx="93240" cy="656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56640"/>
                <a:gd name="textAreaBottom" fmla="*/ 658080 h 656640"/>
              </a:gdLst>
              <a:ahLst/>
              <a:rect l="textAreaLeft" t="textAreaTop" r="textAreaRight" b="textAreaBottom"/>
              <a:pathLst>
                <a:path w="2959" h="25897">
                  <a:moveTo>
                    <a:pt x="1" y="1"/>
                  </a:moveTo>
                  <a:lnTo>
                    <a:pt x="1" y="25897"/>
                  </a:lnTo>
                  <a:lnTo>
                    <a:pt x="2959" y="25897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5" name="Google Shape;615;p9"/>
            <p:cNvSpPr/>
            <p:nvPr/>
          </p:nvSpPr>
          <p:spPr>
            <a:xfrm>
              <a:off x="376128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8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6" name="Google Shape;616;p9"/>
            <p:cNvSpPr/>
            <p:nvPr/>
          </p:nvSpPr>
          <p:spPr>
            <a:xfrm>
              <a:off x="362556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0" y="1"/>
                  </a:moveTo>
                  <a:lnTo>
                    <a:pt x="0" y="21432"/>
                  </a:lnTo>
                  <a:lnTo>
                    <a:pt x="2958" y="2143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7" name="Google Shape;617;p9"/>
            <p:cNvSpPr/>
            <p:nvPr/>
          </p:nvSpPr>
          <p:spPr>
            <a:xfrm>
              <a:off x="403812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1" y="1"/>
                  </a:moveTo>
                  <a:lnTo>
                    <a:pt x="1" y="15795"/>
                  </a:lnTo>
                  <a:lnTo>
                    <a:pt x="2959" y="15795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8" name="Google Shape;618;p9"/>
            <p:cNvSpPr/>
            <p:nvPr/>
          </p:nvSpPr>
          <p:spPr>
            <a:xfrm>
              <a:off x="3902400" y="4899960"/>
              <a:ext cx="93240" cy="2422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42280"/>
                <a:gd name="textAreaBottom" fmla="*/ 243720 h 242280"/>
              </a:gdLst>
              <a:ahLst/>
              <a:rect l="textAreaLeft" t="textAreaTop" r="textAreaRight" b="textAreaBottom"/>
              <a:pathLst>
                <a:path w="2958" h="9600">
                  <a:moveTo>
                    <a:pt x="0" y="1"/>
                  </a:moveTo>
                  <a:lnTo>
                    <a:pt x="0" y="9600"/>
                  </a:lnTo>
                  <a:lnTo>
                    <a:pt x="2958" y="960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29" name="Google Shape;619;p9"/>
            <p:cNvSpPr/>
            <p:nvPr/>
          </p:nvSpPr>
          <p:spPr>
            <a:xfrm>
              <a:off x="4316760" y="4742280"/>
              <a:ext cx="93240" cy="399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99960"/>
                <a:gd name="textAreaBottom" fmla="*/ 401400 h 399960"/>
              </a:gdLst>
              <a:ahLst/>
              <a:rect l="textAreaLeft" t="textAreaTop" r="textAreaRight" b="textAreaBottom"/>
              <a:pathLst>
                <a:path w="2959" h="15795">
                  <a:moveTo>
                    <a:pt x="0" y="1"/>
                  </a:moveTo>
                  <a:lnTo>
                    <a:pt x="0" y="15795"/>
                  </a:lnTo>
                  <a:lnTo>
                    <a:pt x="2958" y="1579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0" name="Google Shape;620;p9"/>
            <p:cNvSpPr/>
            <p:nvPr/>
          </p:nvSpPr>
          <p:spPr>
            <a:xfrm>
              <a:off x="418104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1" name="Google Shape;621;p9"/>
            <p:cNvSpPr/>
            <p:nvPr/>
          </p:nvSpPr>
          <p:spPr>
            <a:xfrm>
              <a:off x="45932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2" name="Google Shape;622;p9"/>
            <p:cNvSpPr/>
            <p:nvPr/>
          </p:nvSpPr>
          <p:spPr>
            <a:xfrm>
              <a:off x="445788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3" name="Google Shape;623;p9"/>
            <p:cNvSpPr/>
            <p:nvPr/>
          </p:nvSpPr>
          <p:spPr>
            <a:xfrm>
              <a:off x="4870080" y="4542480"/>
              <a:ext cx="93240" cy="599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99760"/>
                <a:gd name="textAreaBottom" fmla="*/ 601200 h 599760"/>
              </a:gdLst>
              <a:ahLst/>
              <a:rect l="textAreaLeft" t="textAreaTop" r="textAreaRight" b="textAreaBottom"/>
              <a:pathLst>
                <a:path w="2959" h="23664">
                  <a:moveTo>
                    <a:pt x="0" y="0"/>
                  </a:moveTo>
                  <a:lnTo>
                    <a:pt x="0" y="23664"/>
                  </a:lnTo>
                  <a:lnTo>
                    <a:pt x="2958" y="23664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4" name="Google Shape;624;p9"/>
            <p:cNvSpPr/>
            <p:nvPr/>
          </p:nvSpPr>
          <p:spPr>
            <a:xfrm>
              <a:off x="4734360" y="4599360"/>
              <a:ext cx="93240" cy="5428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42880"/>
                <a:gd name="textAreaBottom" fmla="*/ 544320 h 542880"/>
              </a:gdLst>
              <a:ahLst/>
              <a:rect l="textAreaLeft" t="textAreaTop" r="textAreaRight" b="textAreaBottom"/>
              <a:pathLst>
                <a:path w="2959" h="21432">
                  <a:moveTo>
                    <a:pt x="1" y="1"/>
                  </a:moveTo>
                  <a:lnTo>
                    <a:pt x="1" y="21432"/>
                  </a:lnTo>
                  <a:lnTo>
                    <a:pt x="2959" y="2143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5" name="Google Shape;625;p9"/>
            <p:cNvSpPr/>
            <p:nvPr/>
          </p:nvSpPr>
          <p:spPr>
            <a:xfrm>
              <a:off x="5146920" y="4361040"/>
              <a:ext cx="93240" cy="7812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81200"/>
                <a:gd name="textAreaBottom" fmla="*/ 782640 h 781200"/>
              </a:gdLst>
              <a:ahLst/>
              <a:rect l="textAreaLeft" t="textAreaTop" r="textAreaRight" b="textAreaBottom"/>
              <a:pathLst>
                <a:path w="2958" h="30808">
                  <a:moveTo>
                    <a:pt x="0" y="1"/>
                  </a:moveTo>
                  <a:lnTo>
                    <a:pt x="0" y="30808"/>
                  </a:lnTo>
                  <a:lnTo>
                    <a:pt x="2958" y="30808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6" name="Google Shape;626;p9"/>
            <p:cNvSpPr/>
            <p:nvPr/>
          </p:nvSpPr>
          <p:spPr>
            <a:xfrm>
              <a:off x="5011200" y="4417560"/>
              <a:ext cx="93240" cy="7246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724680"/>
                <a:gd name="textAreaBottom" fmla="*/ 726120 h 724680"/>
              </a:gdLst>
              <a:ahLst/>
              <a:rect l="textAreaLeft" t="textAreaTop" r="textAreaRight" b="textAreaBottom"/>
              <a:pathLst>
                <a:path w="2959" h="28575">
                  <a:moveTo>
                    <a:pt x="0" y="0"/>
                  </a:moveTo>
                  <a:lnTo>
                    <a:pt x="0" y="28575"/>
                  </a:lnTo>
                  <a:lnTo>
                    <a:pt x="2958" y="2857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7" name="Google Shape;627;p9"/>
            <p:cNvSpPr/>
            <p:nvPr/>
          </p:nvSpPr>
          <p:spPr>
            <a:xfrm>
              <a:off x="54255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8" name="Google Shape;628;p9"/>
            <p:cNvSpPr/>
            <p:nvPr/>
          </p:nvSpPr>
          <p:spPr>
            <a:xfrm>
              <a:off x="5289840" y="4456080"/>
              <a:ext cx="93240" cy="686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86160"/>
                <a:gd name="textAreaBottom" fmla="*/ 687600 h 686160"/>
              </a:gdLst>
              <a:ahLst/>
              <a:rect l="textAreaLeft" t="textAreaTop" r="textAreaRight" b="textAreaBottom"/>
              <a:pathLst>
                <a:path w="2959" h="27069">
                  <a:moveTo>
                    <a:pt x="1" y="1"/>
                  </a:moveTo>
                  <a:lnTo>
                    <a:pt x="1" y="27069"/>
                  </a:lnTo>
                  <a:lnTo>
                    <a:pt x="2959" y="2706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39" name="Google Shape;629;p9"/>
            <p:cNvSpPr/>
            <p:nvPr/>
          </p:nvSpPr>
          <p:spPr>
            <a:xfrm>
              <a:off x="570240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9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0" name="Google Shape;630;p9"/>
            <p:cNvSpPr/>
            <p:nvPr/>
          </p:nvSpPr>
          <p:spPr>
            <a:xfrm>
              <a:off x="5566680" y="4566600"/>
              <a:ext cx="93240" cy="5756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75640"/>
                <a:gd name="textAreaBottom" fmla="*/ 577080 h 575640"/>
              </a:gdLst>
              <a:ahLst/>
              <a:rect l="textAreaLeft" t="textAreaTop" r="textAreaRight" b="textAreaBottom"/>
              <a:pathLst>
                <a:path w="2959" h="22715">
                  <a:moveTo>
                    <a:pt x="0" y="0"/>
                  </a:moveTo>
                  <a:lnTo>
                    <a:pt x="0" y="22715"/>
                  </a:lnTo>
                  <a:lnTo>
                    <a:pt x="2958" y="2271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1" name="Google Shape;631;p9"/>
            <p:cNvSpPr/>
            <p:nvPr/>
          </p:nvSpPr>
          <p:spPr>
            <a:xfrm>
              <a:off x="597924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1" y="1"/>
                  </a:moveTo>
                  <a:lnTo>
                    <a:pt x="1" y="17860"/>
                  </a:lnTo>
                  <a:lnTo>
                    <a:pt x="2959" y="17860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2" name="Google Shape;632;p9"/>
            <p:cNvSpPr/>
            <p:nvPr/>
          </p:nvSpPr>
          <p:spPr>
            <a:xfrm>
              <a:off x="5843520" y="4881240"/>
              <a:ext cx="93240" cy="2610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1000"/>
                <a:gd name="textAreaBottom" fmla="*/ 262440 h 261000"/>
              </a:gdLst>
              <a:ahLst/>
              <a:rect l="textAreaLeft" t="textAreaTop" r="textAreaRight" b="textAreaBottom"/>
              <a:pathLst>
                <a:path w="2959" h="10325">
                  <a:moveTo>
                    <a:pt x="0" y="0"/>
                  </a:moveTo>
                  <a:lnTo>
                    <a:pt x="0" y="10325"/>
                  </a:lnTo>
                  <a:lnTo>
                    <a:pt x="2958" y="10325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3" name="Google Shape;633;p9"/>
            <p:cNvSpPr/>
            <p:nvPr/>
          </p:nvSpPr>
          <p:spPr>
            <a:xfrm>
              <a:off x="6256080" y="4876920"/>
              <a:ext cx="93240" cy="264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4960"/>
                <a:gd name="textAreaBottom" fmla="*/ 266400 h 26496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4" name="Google Shape;634;p9"/>
            <p:cNvSpPr/>
            <p:nvPr/>
          </p:nvSpPr>
          <p:spPr>
            <a:xfrm>
              <a:off x="612036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5" name="Google Shape;635;p9"/>
            <p:cNvSpPr/>
            <p:nvPr/>
          </p:nvSpPr>
          <p:spPr>
            <a:xfrm>
              <a:off x="6534720" y="4637520"/>
              <a:ext cx="91440" cy="5047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04720"/>
                <a:gd name="textAreaBottom" fmla="*/ 506160 h 504720"/>
              </a:gdLst>
              <a:ahLst/>
              <a:rect l="textAreaLeft" t="textAreaTop" r="textAreaRight" b="textAreaBottom"/>
              <a:pathLst>
                <a:path w="2903" h="19925">
                  <a:moveTo>
                    <a:pt x="1" y="1"/>
                  </a:moveTo>
                  <a:lnTo>
                    <a:pt x="1" y="19925"/>
                  </a:lnTo>
                  <a:lnTo>
                    <a:pt x="2903" y="19925"/>
                  </a:lnTo>
                  <a:lnTo>
                    <a:pt x="2903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6" name="Google Shape;636;p9"/>
            <p:cNvSpPr/>
            <p:nvPr/>
          </p:nvSpPr>
          <p:spPr>
            <a:xfrm>
              <a:off x="6399000" y="4823280"/>
              <a:ext cx="91440" cy="31896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03" h="12614">
                  <a:moveTo>
                    <a:pt x="0" y="1"/>
                  </a:moveTo>
                  <a:lnTo>
                    <a:pt x="0" y="12614"/>
                  </a:lnTo>
                  <a:lnTo>
                    <a:pt x="2902" y="12614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7" name="Google Shape;637;p9"/>
            <p:cNvSpPr/>
            <p:nvPr/>
          </p:nvSpPr>
          <p:spPr>
            <a:xfrm>
              <a:off x="6811560" y="4876920"/>
              <a:ext cx="93240" cy="264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64960"/>
                <a:gd name="textAreaBottom" fmla="*/ 266400 h 264960"/>
              </a:gdLst>
              <a:ahLst/>
              <a:rect l="textAreaLeft" t="textAreaTop" r="textAreaRight" b="textAreaBottom"/>
              <a:pathLst>
                <a:path w="2959" h="10493">
                  <a:moveTo>
                    <a:pt x="0" y="1"/>
                  </a:moveTo>
                  <a:lnTo>
                    <a:pt x="0" y="10493"/>
                  </a:lnTo>
                  <a:lnTo>
                    <a:pt x="2958" y="1049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8" name="Google Shape;638;p9"/>
            <p:cNvSpPr/>
            <p:nvPr/>
          </p:nvSpPr>
          <p:spPr>
            <a:xfrm>
              <a:off x="6675840" y="4723920"/>
              <a:ext cx="93240" cy="418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18320"/>
                <a:gd name="textAreaBottom" fmla="*/ 419760 h 418320"/>
              </a:gdLst>
              <a:ahLst/>
              <a:rect l="textAreaLeft" t="textAreaTop" r="textAreaRight" b="textAreaBottom"/>
              <a:pathLst>
                <a:path w="2959" h="16520">
                  <a:moveTo>
                    <a:pt x="1" y="0"/>
                  </a:moveTo>
                  <a:lnTo>
                    <a:pt x="1" y="16520"/>
                  </a:lnTo>
                  <a:lnTo>
                    <a:pt x="2959" y="16520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49" name="Google Shape;639;p9"/>
            <p:cNvSpPr/>
            <p:nvPr/>
          </p:nvSpPr>
          <p:spPr>
            <a:xfrm>
              <a:off x="708840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0" y="1"/>
                  </a:moveTo>
                  <a:lnTo>
                    <a:pt x="0" y="12614"/>
                  </a:lnTo>
                  <a:lnTo>
                    <a:pt x="2958" y="12614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0" name="Google Shape;640;p9"/>
            <p:cNvSpPr/>
            <p:nvPr/>
          </p:nvSpPr>
          <p:spPr>
            <a:xfrm>
              <a:off x="6952680" y="4657320"/>
              <a:ext cx="93240" cy="484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84920"/>
                <a:gd name="textAreaBottom" fmla="*/ 486360 h 484920"/>
              </a:gdLst>
              <a:ahLst/>
              <a:rect l="textAreaLeft" t="textAreaTop" r="textAreaRight" b="textAreaBottom"/>
              <a:pathLst>
                <a:path w="2959" h="19143">
                  <a:moveTo>
                    <a:pt x="0" y="0"/>
                  </a:moveTo>
                  <a:lnTo>
                    <a:pt x="0" y="19143"/>
                  </a:lnTo>
                  <a:lnTo>
                    <a:pt x="2958" y="19143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1" name="Google Shape;641;p9"/>
            <p:cNvSpPr/>
            <p:nvPr/>
          </p:nvSpPr>
          <p:spPr>
            <a:xfrm>
              <a:off x="7365240" y="4823280"/>
              <a:ext cx="93240" cy="3189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18960"/>
                <a:gd name="textAreaBottom" fmla="*/ 320400 h 318960"/>
              </a:gdLst>
              <a:ahLst/>
              <a:rect l="textAreaLeft" t="textAreaTop" r="textAreaRight" b="textAreaBottom"/>
              <a:pathLst>
                <a:path w="2959" h="12614">
                  <a:moveTo>
                    <a:pt x="1" y="1"/>
                  </a:moveTo>
                  <a:lnTo>
                    <a:pt x="1" y="12614"/>
                  </a:lnTo>
                  <a:lnTo>
                    <a:pt x="2959" y="12614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2" name="Google Shape;642;p9"/>
            <p:cNvSpPr/>
            <p:nvPr/>
          </p:nvSpPr>
          <p:spPr>
            <a:xfrm>
              <a:off x="7229520" y="4891320"/>
              <a:ext cx="93240" cy="2509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50920"/>
                <a:gd name="textAreaBottom" fmla="*/ 252360 h 250920"/>
              </a:gdLst>
              <a:ahLst/>
              <a:rect l="textAreaLeft" t="textAreaTop" r="textAreaRight" b="textAreaBottom"/>
              <a:pathLst>
                <a:path w="2959" h="9935">
                  <a:moveTo>
                    <a:pt x="0" y="1"/>
                  </a:moveTo>
                  <a:lnTo>
                    <a:pt x="0" y="9935"/>
                  </a:lnTo>
                  <a:lnTo>
                    <a:pt x="2958" y="9935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3" name="Google Shape;643;p9"/>
            <p:cNvSpPr/>
            <p:nvPr/>
          </p:nvSpPr>
          <p:spPr>
            <a:xfrm>
              <a:off x="7643880" y="4738320"/>
              <a:ext cx="91440" cy="40392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403920"/>
                <a:gd name="textAreaBottom" fmla="*/ 405360 h 403920"/>
              </a:gdLst>
              <a:ahLst/>
              <a:rect l="textAreaLeft" t="textAreaTop" r="textAreaRight" b="textAreaBottom"/>
              <a:pathLst>
                <a:path w="2903" h="15962">
                  <a:moveTo>
                    <a:pt x="0" y="0"/>
                  </a:moveTo>
                  <a:lnTo>
                    <a:pt x="0" y="15962"/>
                  </a:lnTo>
                  <a:lnTo>
                    <a:pt x="2902" y="15962"/>
                  </a:lnTo>
                  <a:lnTo>
                    <a:pt x="2902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4" name="Google Shape;644;p9"/>
            <p:cNvSpPr/>
            <p:nvPr/>
          </p:nvSpPr>
          <p:spPr>
            <a:xfrm>
              <a:off x="7506360" y="5000400"/>
              <a:ext cx="93240" cy="14184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41840"/>
                <a:gd name="textAreaBottom" fmla="*/ 143280 h 141840"/>
              </a:gdLst>
              <a:ahLst/>
              <a:rect l="textAreaLeft" t="textAreaTop" r="textAreaRight" b="textAreaBottom"/>
              <a:pathLst>
                <a:path w="2959" h="5637">
                  <a:moveTo>
                    <a:pt x="1" y="0"/>
                  </a:moveTo>
                  <a:lnTo>
                    <a:pt x="1" y="5637"/>
                  </a:lnTo>
                  <a:lnTo>
                    <a:pt x="2959" y="5637"/>
                  </a:lnTo>
                  <a:lnTo>
                    <a:pt x="2959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71640" bIns="716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5" name="Google Shape;645;p9"/>
            <p:cNvSpPr/>
            <p:nvPr/>
          </p:nvSpPr>
          <p:spPr>
            <a:xfrm>
              <a:off x="7920720" y="4957920"/>
              <a:ext cx="93240" cy="1843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184320"/>
                <a:gd name="textAreaBottom" fmla="*/ 185760 h 184320"/>
              </a:gdLst>
              <a:ahLst/>
              <a:rect l="textAreaLeft" t="textAreaTop" r="textAreaRight" b="textAreaBottom"/>
              <a:pathLst>
                <a:path w="2959" h="7312">
                  <a:moveTo>
                    <a:pt x="1" y="1"/>
                  </a:moveTo>
                  <a:lnTo>
                    <a:pt x="1" y="7312"/>
                  </a:lnTo>
                  <a:lnTo>
                    <a:pt x="2959" y="731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6" name="Google Shape;646;p9"/>
            <p:cNvSpPr/>
            <p:nvPr/>
          </p:nvSpPr>
          <p:spPr>
            <a:xfrm>
              <a:off x="7785000" y="4853160"/>
              <a:ext cx="93240" cy="289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89080"/>
                <a:gd name="textAreaBottom" fmla="*/ 290520 h 289080"/>
              </a:gdLst>
              <a:ahLst/>
              <a:rect l="textAreaLeft" t="textAreaTop" r="textAreaRight" b="textAreaBottom"/>
              <a:pathLst>
                <a:path w="2959" h="11442">
                  <a:moveTo>
                    <a:pt x="0" y="1"/>
                  </a:moveTo>
                  <a:lnTo>
                    <a:pt x="0" y="11442"/>
                  </a:lnTo>
                  <a:lnTo>
                    <a:pt x="2958" y="1144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7" name="Google Shape;647;p9"/>
            <p:cNvSpPr/>
            <p:nvPr/>
          </p:nvSpPr>
          <p:spPr>
            <a:xfrm>
              <a:off x="8197560" y="4690080"/>
              <a:ext cx="93240" cy="4521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452160"/>
                <a:gd name="textAreaBottom" fmla="*/ 453600 h 452160"/>
              </a:gdLst>
              <a:ahLst/>
              <a:rect l="textAreaLeft" t="textAreaTop" r="textAreaRight" b="textAreaBottom"/>
              <a:pathLst>
                <a:path w="2959" h="17860">
                  <a:moveTo>
                    <a:pt x="0" y="1"/>
                  </a:moveTo>
                  <a:lnTo>
                    <a:pt x="0" y="17860"/>
                  </a:lnTo>
                  <a:lnTo>
                    <a:pt x="2958" y="17860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8" name="Google Shape;648;p9"/>
            <p:cNvSpPr/>
            <p:nvPr/>
          </p:nvSpPr>
          <p:spPr>
            <a:xfrm>
              <a:off x="8061840" y="4853160"/>
              <a:ext cx="93240" cy="28908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289080"/>
                <a:gd name="textAreaBottom" fmla="*/ 290520 h 289080"/>
              </a:gdLst>
              <a:ahLst/>
              <a:rect l="textAreaLeft" t="textAreaTop" r="textAreaRight" b="textAreaBottom"/>
              <a:pathLst>
                <a:path w="2959" h="11442">
                  <a:moveTo>
                    <a:pt x="1" y="1"/>
                  </a:moveTo>
                  <a:lnTo>
                    <a:pt x="1" y="11442"/>
                  </a:lnTo>
                  <a:lnTo>
                    <a:pt x="2959" y="11442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59" name="Google Shape;649;p9"/>
            <p:cNvSpPr/>
            <p:nvPr/>
          </p:nvSpPr>
          <p:spPr>
            <a:xfrm>
              <a:off x="8474400" y="4808880"/>
              <a:ext cx="93240" cy="3333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333360"/>
                <a:gd name="textAreaBottom" fmla="*/ 334800 h 333360"/>
              </a:gdLst>
              <a:ahLst/>
              <a:rect l="textAreaLeft" t="textAreaTop" r="textAreaRight" b="textAreaBottom"/>
              <a:pathLst>
                <a:path w="2958" h="13172">
                  <a:moveTo>
                    <a:pt x="0" y="1"/>
                  </a:moveTo>
                  <a:lnTo>
                    <a:pt x="0" y="13172"/>
                  </a:lnTo>
                  <a:lnTo>
                    <a:pt x="2958" y="13172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60" name="Google Shape;650;p9"/>
            <p:cNvSpPr/>
            <p:nvPr/>
          </p:nvSpPr>
          <p:spPr>
            <a:xfrm>
              <a:off x="8338680" y="4623480"/>
              <a:ext cx="93240" cy="51876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18760"/>
                <a:gd name="textAreaBottom" fmla="*/ 520200 h 518760"/>
              </a:gdLst>
              <a:ahLst/>
              <a:rect l="textAreaLeft" t="textAreaTop" r="textAreaRight" b="textAreaBottom"/>
              <a:pathLst>
                <a:path w="2959" h="20483">
                  <a:moveTo>
                    <a:pt x="0" y="1"/>
                  </a:moveTo>
                  <a:lnTo>
                    <a:pt x="0" y="20483"/>
                  </a:lnTo>
                  <a:lnTo>
                    <a:pt x="2958" y="20483"/>
                  </a:lnTo>
                  <a:lnTo>
                    <a:pt x="2958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61" name="Google Shape;651;p9"/>
            <p:cNvSpPr/>
            <p:nvPr/>
          </p:nvSpPr>
          <p:spPr>
            <a:xfrm>
              <a:off x="8751240" y="4560840"/>
              <a:ext cx="93240" cy="58140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581400"/>
                <a:gd name="textAreaBottom" fmla="*/ 582840 h 581400"/>
              </a:gdLst>
              <a:ahLst/>
              <a:rect l="textAreaLeft" t="textAreaTop" r="textAreaRight" b="textAreaBottom"/>
              <a:pathLst>
                <a:path w="2959" h="22939">
                  <a:moveTo>
                    <a:pt x="1" y="1"/>
                  </a:moveTo>
                  <a:lnTo>
                    <a:pt x="1" y="22939"/>
                  </a:lnTo>
                  <a:lnTo>
                    <a:pt x="2959" y="22939"/>
                  </a:lnTo>
                  <a:lnTo>
                    <a:pt x="2959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62" name="Google Shape;652;p9"/>
            <p:cNvSpPr/>
            <p:nvPr/>
          </p:nvSpPr>
          <p:spPr>
            <a:xfrm>
              <a:off x="8615520" y="4470120"/>
              <a:ext cx="93240" cy="672120"/>
            </a:xfrm>
            <a:custGeom>
              <a:avLst/>
              <a:gdLst>
                <a:gd name="textAreaLeft" fmla="*/ 0 w 93240"/>
                <a:gd name="textAreaRight" fmla="*/ 94680 w 93240"/>
                <a:gd name="textAreaTop" fmla="*/ 0 h 672120"/>
                <a:gd name="textAreaBottom" fmla="*/ 673560 h 672120"/>
              </a:gdLst>
              <a:ahLst/>
              <a:rect l="textAreaLeft" t="textAreaTop" r="textAreaRight" b="textAreaBottom"/>
              <a:pathLst>
                <a:path w="2959" h="26510">
                  <a:moveTo>
                    <a:pt x="0" y="0"/>
                  </a:moveTo>
                  <a:lnTo>
                    <a:pt x="0" y="26510"/>
                  </a:lnTo>
                  <a:lnTo>
                    <a:pt x="2958" y="26510"/>
                  </a:lnTo>
                  <a:lnTo>
                    <a:pt x="2958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63" name="Google Shape;653;p9"/>
            <p:cNvSpPr/>
            <p:nvPr/>
          </p:nvSpPr>
          <p:spPr>
            <a:xfrm>
              <a:off x="9029880" y="4560840"/>
              <a:ext cx="91440" cy="58140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581400"/>
                <a:gd name="textAreaBottom" fmla="*/ 582840 h 581400"/>
              </a:gdLst>
              <a:ahLst/>
              <a:rect l="textAreaLeft" t="textAreaTop" r="textAreaRight" b="textAreaBottom"/>
              <a:pathLst>
                <a:path w="2903" h="22939">
                  <a:moveTo>
                    <a:pt x="0" y="1"/>
                  </a:moveTo>
                  <a:lnTo>
                    <a:pt x="0" y="22939"/>
                  </a:lnTo>
                  <a:lnTo>
                    <a:pt x="2902" y="22939"/>
                  </a:lnTo>
                  <a:lnTo>
                    <a:pt x="2902" y="1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764" name="Google Shape;654;p9"/>
            <p:cNvSpPr/>
            <p:nvPr/>
          </p:nvSpPr>
          <p:spPr>
            <a:xfrm>
              <a:off x="8893800" y="4379400"/>
              <a:ext cx="91440" cy="762840"/>
            </a:xfrm>
            <a:custGeom>
              <a:avLst/>
              <a:gdLst>
                <a:gd name="textAreaLeft" fmla="*/ 0 w 91440"/>
                <a:gd name="textAreaRight" fmla="*/ 92880 w 91440"/>
                <a:gd name="textAreaTop" fmla="*/ 0 h 762840"/>
                <a:gd name="textAreaBottom" fmla="*/ 764280 h 762840"/>
              </a:gdLst>
              <a:ahLst/>
              <a:rect l="textAreaLeft" t="textAreaTop" r="textAreaRight" b="textAreaBottom"/>
              <a:pathLst>
                <a:path w="2903" h="30082">
                  <a:moveTo>
                    <a:pt x="1" y="0"/>
                  </a:moveTo>
                  <a:lnTo>
                    <a:pt x="1" y="30082"/>
                  </a:lnTo>
                  <a:lnTo>
                    <a:pt x="2903" y="30082"/>
                  </a:lnTo>
                  <a:lnTo>
                    <a:pt x="2903" y="0"/>
                  </a:lnTo>
                  <a:close/>
                </a:path>
              </a:pathLst>
            </a:cu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  <p:sp>
        <p:nvSpPr>
          <p:cNvPr id="765" name="Google Shape;655;p9"/>
          <p:cNvSpPr/>
          <p:nvPr/>
        </p:nvSpPr>
        <p:spPr>
          <a:xfrm>
            <a:off x="0" y="3579120"/>
            <a:ext cx="9142560" cy="12916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1291680"/>
              <a:gd name="textAreaBottom" fmla="*/ 1293120 h 1291680"/>
            </a:gdLst>
            <a:ahLst/>
            <a:rect l="textAreaLeft" t="textAreaTop" r="textAreaRight" b="textAreaBottom"/>
            <a:pathLst>
              <a:path w="285750" h="40408">
                <a:moveTo>
                  <a:pt x="160288" y="224"/>
                </a:moveTo>
                <a:lnTo>
                  <a:pt x="160455" y="279"/>
                </a:lnTo>
                <a:lnTo>
                  <a:pt x="160623" y="335"/>
                </a:lnTo>
                <a:lnTo>
                  <a:pt x="160679" y="503"/>
                </a:lnTo>
                <a:lnTo>
                  <a:pt x="160734" y="670"/>
                </a:lnTo>
                <a:lnTo>
                  <a:pt x="160679" y="838"/>
                </a:lnTo>
                <a:lnTo>
                  <a:pt x="160623" y="1005"/>
                </a:lnTo>
                <a:lnTo>
                  <a:pt x="160455" y="1061"/>
                </a:lnTo>
                <a:lnTo>
                  <a:pt x="160288" y="1117"/>
                </a:lnTo>
                <a:lnTo>
                  <a:pt x="160120" y="1061"/>
                </a:lnTo>
                <a:lnTo>
                  <a:pt x="159953" y="1005"/>
                </a:lnTo>
                <a:lnTo>
                  <a:pt x="159897" y="838"/>
                </a:lnTo>
                <a:lnTo>
                  <a:pt x="159841" y="670"/>
                </a:lnTo>
                <a:lnTo>
                  <a:pt x="159897" y="503"/>
                </a:lnTo>
                <a:lnTo>
                  <a:pt x="159953" y="335"/>
                </a:lnTo>
                <a:lnTo>
                  <a:pt x="160120" y="279"/>
                </a:lnTo>
                <a:lnTo>
                  <a:pt x="160288" y="224"/>
                </a:lnTo>
                <a:close/>
                <a:moveTo>
                  <a:pt x="264319" y="670"/>
                </a:moveTo>
                <a:lnTo>
                  <a:pt x="264486" y="726"/>
                </a:lnTo>
                <a:lnTo>
                  <a:pt x="264654" y="782"/>
                </a:lnTo>
                <a:lnTo>
                  <a:pt x="264709" y="949"/>
                </a:lnTo>
                <a:lnTo>
                  <a:pt x="264765" y="1117"/>
                </a:lnTo>
                <a:lnTo>
                  <a:pt x="264709" y="1284"/>
                </a:lnTo>
                <a:lnTo>
                  <a:pt x="264654" y="1451"/>
                </a:lnTo>
                <a:lnTo>
                  <a:pt x="264486" y="1507"/>
                </a:lnTo>
                <a:lnTo>
                  <a:pt x="264319" y="1563"/>
                </a:lnTo>
                <a:lnTo>
                  <a:pt x="264151" y="1507"/>
                </a:lnTo>
                <a:lnTo>
                  <a:pt x="263984" y="1451"/>
                </a:lnTo>
                <a:lnTo>
                  <a:pt x="263928" y="1284"/>
                </a:lnTo>
                <a:lnTo>
                  <a:pt x="263872" y="1117"/>
                </a:lnTo>
                <a:lnTo>
                  <a:pt x="263928" y="949"/>
                </a:lnTo>
                <a:lnTo>
                  <a:pt x="263984" y="782"/>
                </a:lnTo>
                <a:lnTo>
                  <a:pt x="264151" y="726"/>
                </a:lnTo>
                <a:lnTo>
                  <a:pt x="264319" y="670"/>
                </a:lnTo>
                <a:close/>
                <a:moveTo>
                  <a:pt x="281508" y="2902"/>
                </a:moveTo>
                <a:lnTo>
                  <a:pt x="281676" y="2958"/>
                </a:lnTo>
                <a:lnTo>
                  <a:pt x="281843" y="3014"/>
                </a:lnTo>
                <a:lnTo>
                  <a:pt x="281899" y="3182"/>
                </a:lnTo>
                <a:lnTo>
                  <a:pt x="281955" y="3349"/>
                </a:lnTo>
                <a:lnTo>
                  <a:pt x="281899" y="3516"/>
                </a:lnTo>
                <a:lnTo>
                  <a:pt x="281843" y="3684"/>
                </a:lnTo>
                <a:lnTo>
                  <a:pt x="281676" y="3740"/>
                </a:lnTo>
                <a:lnTo>
                  <a:pt x="281508" y="3795"/>
                </a:lnTo>
                <a:lnTo>
                  <a:pt x="281341" y="3740"/>
                </a:lnTo>
                <a:lnTo>
                  <a:pt x="281174" y="3684"/>
                </a:lnTo>
                <a:lnTo>
                  <a:pt x="281118" y="3516"/>
                </a:lnTo>
                <a:lnTo>
                  <a:pt x="281062" y="3349"/>
                </a:lnTo>
                <a:lnTo>
                  <a:pt x="281118" y="3182"/>
                </a:lnTo>
                <a:lnTo>
                  <a:pt x="281174" y="3014"/>
                </a:lnTo>
                <a:lnTo>
                  <a:pt x="281341" y="2958"/>
                </a:lnTo>
                <a:lnTo>
                  <a:pt x="281508" y="2902"/>
                </a:lnTo>
                <a:close/>
                <a:moveTo>
                  <a:pt x="177701" y="6251"/>
                </a:moveTo>
                <a:lnTo>
                  <a:pt x="177868" y="6307"/>
                </a:lnTo>
                <a:lnTo>
                  <a:pt x="178036" y="6363"/>
                </a:lnTo>
                <a:lnTo>
                  <a:pt x="178091" y="6530"/>
                </a:lnTo>
                <a:lnTo>
                  <a:pt x="178147" y="6698"/>
                </a:lnTo>
                <a:lnTo>
                  <a:pt x="178091" y="6865"/>
                </a:lnTo>
                <a:lnTo>
                  <a:pt x="178036" y="7032"/>
                </a:lnTo>
                <a:lnTo>
                  <a:pt x="177868" y="7088"/>
                </a:lnTo>
                <a:lnTo>
                  <a:pt x="177701" y="7144"/>
                </a:lnTo>
                <a:lnTo>
                  <a:pt x="177533" y="7088"/>
                </a:lnTo>
                <a:lnTo>
                  <a:pt x="177366" y="7032"/>
                </a:lnTo>
                <a:lnTo>
                  <a:pt x="177310" y="6865"/>
                </a:lnTo>
                <a:lnTo>
                  <a:pt x="177254" y="6698"/>
                </a:lnTo>
                <a:lnTo>
                  <a:pt x="177310" y="6530"/>
                </a:lnTo>
                <a:lnTo>
                  <a:pt x="177366" y="6363"/>
                </a:lnTo>
                <a:lnTo>
                  <a:pt x="177533" y="6307"/>
                </a:lnTo>
                <a:lnTo>
                  <a:pt x="177701" y="6251"/>
                </a:lnTo>
                <a:close/>
                <a:moveTo>
                  <a:pt x="90860" y="12055"/>
                </a:moveTo>
                <a:lnTo>
                  <a:pt x="91027" y="12111"/>
                </a:lnTo>
                <a:lnTo>
                  <a:pt x="91194" y="12167"/>
                </a:lnTo>
                <a:lnTo>
                  <a:pt x="91250" y="12334"/>
                </a:lnTo>
                <a:lnTo>
                  <a:pt x="91306" y="12502"/>
                </a:lnTo>
                <a:lnTo>
                  <a:pt x="91250" y="12669"/>
                </a:lnTo>
                <a:lnTo>
                  <a:pt x="91194" y="12837"/>
                </a:lnTo>
                <a:lnTo>
                  <a:pt x="91027" y="12893"/>
                </a:lnTo>
                <a:lnTo>
                  <a:pt x="90860" y="12948"/>
                </a:lnTo>
                <a:lnTo>
                  <a:pt x="90692" y="12893"/>
                </a:lnTo>
                <a:lnTo>
                  <a:pt x="90525" y="12837"/>
                </a:lnTo>
                <a:lnTo>
                  <a:pt x="90469" y="12669"/>
                </a:lnTo>
                <a:lnTo>
                  <a:pt x="90413" y="12502"/>
                </a:lnTo>
                <a:lnTo>
                  <a:pt x="90469" y="12334"/>
                </a:lnTo>
                <a:lnTo>
                  <a:pt x="90525" y="12167"/>
                </a:lnTo>
                <a:lnTo>
                  <a:pt x="90692" y="12111"/>
                </a:lnTo>
                <a:lnTo>
                  <a:pt x="90860" y="12055"/>
                </a:lnTo>
                <a:close/>
                <a:moveTo>
                  <a:pt x="246683" y="15404"/>
                </a:moveTo>
                <a:lnTo>
                  <a:pt x="246850" y="15460"/>
                </a:lnTo>
                <a:lnTo>
                  <a:pt x="247017" y="15516"/>
                </a:lnTo>
                <a:lnTo>
                  <a:pt x="247073" y="15683"/>
                </a:lnTo>
                <a:lnTo>
                  <a:pt x="247129" y="15851"/>
                </a:lnTo>
                <a:lnTo>
                  <a:pt x="247073" y="16018"/>
                </a:lnTo>
                <a:lnTo>
                  <a:pt x="247017" y="16185"/>
                </a:lnTo>
                <a:lnTo>
                  <a:pt x="246850" y="16241"/>
                </a:lnTo>
                <a:lnTo>
                  <a:pt x="246683" y="16297"/>
                </a:lnTo>
                <a:lnTo>
                  <a:pt x="246515" y="16241"/>
                </a:lnTo>
                <a:lnTo>
                  <a:pt x="246348" y="16185"/>
                </a:lnTo>
                <a:lnTo>
                  <a:pt x="246292" y="16018"/>
                </a:lnTo>
                <a:lnTo>
                  <a:pt x="246236" y="15851"/>
                </a:lnTo>
                <a:lnTo>
                  <a:pt x="246292" y="15683"/>
                </a:lnTo>
                <a:lnTo>
                  <a:pt x="246348" y="15516"/>
                </a:lnTo>
                <a:lnTo>
                  <a:pt x="246515" y="15460"/>
                </a:lnTo>
                <a:lnTo>
                  <a:pt x="246683" y="15404"/>
                </a:lnTo>
                <a:close/>
                <a:moveTo>
                  <a:pt x="142875" y="15627"/>
                </a:moveTo>
                <a:lnTo>
                  <a:pt x="143042" y="15683"/>
                </a:lnTo>
                <a:lnTo>
                  <a:pt x="143210" y="15739"/>
                </a:lnTo>
                <a:lnTo>
                  <a:pt x="143266" y="15906"/>
                </a:lnTo>
                <a:lnTo>
                  <a:pt x="143321" y="16074"/>
                </a:lnTo>
                <a:lnTo>
                  <a:pt x="143266" y="16241"/>
                </a:lnTo>
                <a:lnTo>
                  <a:pt x="143210" y="16409"/>
                </a:lnTo>
                <a:lnTo>
                  <a:pt x="143042" y="16464"/>
                </a:lnTo>
                <a:lnTo>
                  <a:pt x="142875" y="16520"/>
                </a:lnTo>
                <a:lnTo>
                  <a:pt x="142708" y="16464"/>
                </a:lnTo>
                <a:lnTo>
                  <a:pt x="142540" y="16409"/>
                </a:lnTo>
                <a:lnTo>
                  <a:pt x="142484" y="16241"/>
                </a:lnTo>
                <a:lnTo>
                  <a:pt x="142429" y="16074"/>
                </a:lnTo>
                <a:lnTo>
                  <a:pt x="142484" y="15906"/>
                </a:lnTo>
                <a:lnTo>
                  <a:pt x="142540" y="15739"/>
                </a:lnTo>
                <a:lnTo>
                  <a:pt x="142708" y="15683"/>
                </a:lnTo>
                <a:lnTo>
                  <a:pt x="142875" y="15627"/>
                </a:lnTo>
                <a:close/>
                <a:moveTo>
                  <a:pt x="125685" y="17413"/>
                </a:moveTo>
                <a:lnTo>
                  <a:pt x="125853" y="17469"/>
                </a:lnTo>
                <a:lnTo>
                  <a:pt x="126020" y="17525"/>
                </a:lnTo>
                <a:lnTo>
                  <a:pt x="126076" y="17692"/>
                </a:lnTo>
                <a:lnTo>
                  <a:pt x="126132" y="17860"/>
                </a:lnTo>
                <a:lnTo>
                  <a:pt x="126076" y="18027"/>
                </a:lnTo>
                <a:lnTo>
                  <a:pt x="126020" y="18195"/>
                </a:lnTo>
                <a:lnTo>
                  <a:pt x="125853" y="18250"/>
                </a:lnTo>
                <a:lnTo>
                  <a:pt x="125685" y="18306"/>
                </a:lnTo>
                <a:lnTo>
                  <a:pt x="125518" y="18250"/>
                </a:lnTo>
                <a:lnTo>
                  <a:pt x="125350" y="18195"/>
                </a:lnTo>
                <a:lnTo>
                  <a:pt x="125295" y="18027"/>
                </a:lnTo>
                <a:lnTo>
                  <a:pt x="125239" y="17860"/>
                </a:lnTo>
                <a:lnTo>
                  <a:pt x="125295" y="17692"/>
                </a:lnTo>
                <a:lnTo>
                  <a:pt x="125350" y="17525"/>
                </a:lnTo>
                <a:lnTo>
                  <a:pt x="125518" y="17469"/>
                </a:lnTo>
                <a:lnTo>
                  <a:pt x="125685" y="17413"/>
                </a:lnTo>
                <a:close/>
                <a:moveTo>
                  <a:pt x="73670" y="17636"/>
                </a:moveTo>
                <a:lnTo>
                  <a:pt x="73837" y="17692"/>
                </a:lnTo>
                <a:lnTo>
                  <a:pt x="74005" y="17748"/>
                </a:lnTo>
                <a:lnTo>
                  <a:pt x="74061" y="17915"/>
                </a:lnTo>
                <a:lnTo>
                  <a:pt x="74116" y="18083"/>
                </a:lnTo>
                <a:lnTo>
                  <a:pt x="74061" y="18250"/>
                </a:lnTo>
                <a:lnTo>
                  <a:pt x="74005" y="18418"/>
                </a:lnTo>
                <a:lnTo>
                  <a:pt x="73837" y="18474"/>
                </a:lnTo>
                <a:lnTo>
                  <a:pt x="73670" y="18529"/>
                </a:lnTo>
                <a:lnTo>
                  <a:pt x="73502" y="18474"/>
                </a:lnTo>
                <a:lnTo>
                  <a:pt x="73335" y="18418"/>
                </a:lnTo>
                <a:lnTo>
                  <a:pt x="73279" y="18250"/>
                </a:lnTo>
                <a:lnTo>
                  <a:pt x="73223" y="18083"/>
                </a:lnTo>
                <a:lnTo>
                  <a:pt x="73279" y="17915"/>
                </a:lnTo>
                <a:lnTo>
                  <a:pt x="73335" y="17748"/>
                </a:lnTo>
                <a:lnTo>
                  <a:pt x="73502" y="17692"/>
                </a:lnTo>
                <a:lnTo>
                  <a:pt x="73670" y="17636"/>
                </a:lnTo>
                <a:close/>
                <a:moveTo>
                  <a:pt x="21543" y="17971"/>
                </a:moveTo>
                <a:lnTo>
                  <a:pt x="21710" y="18027"/>
                </a:lnTo>
                <a:lnTo>
                  <a:pt x="21878" y="18083"/>
                </a:lnTo>
                <a:lnTo>
                  <a:pt x="21934" y="18250"/>
                </a:lnTo>
                <a:lnTo>
                  <a:pt x="21989" y="18418"/>
                </a:lnTo>
                <a:lnTo>
                  <a:pt x="21934" y="18585"/>
                </a:lnTo>
                <a:lnTo>
                  <a:pt x="21878" y="18753"/>
                </a:lnTo>
                <a:lnTo>
                  <a:pt x="21710" y="18808"/>
                </a:lnTo>
                <a:lnTo>
                  <a:pt x="21543" y="18864"/>
                </a:lnTo>
                <a:lnTo>
                  <a:pt x="21375" y="18808"/>
                </a:lnTo>
                <a:lnTo>
                  <a:pt x="21208" y="18753"/>
                </a:lnTo>
                <a:lnTo>
                  <a:pt x="21152" y="18585"/>
                </a:lnTo>
                <a:lnTo>
                  <a:pt x="21096" y="18418"/>
                </a:lnTo>
                <a:lnTo>
                  <a:pt x="21152" y="18250"/>
                </a:lnTo>
                <a:lnTo>
                  <a:pt x="21208" y="18083"/>
                </a:lnTo>
                <a:lnTo>
                  <a:pt x="21375" y="18027"/>
                </a:lnTo>
                <a:lnTo>
                  <a:pt x="21543" y="17971"/>
                </a:lnTo>
                <a:close/>
                <a:moveTo>
                  <a:pt x="229716" y="22101"/>
                </a:moveTo>
                <a:lnTo>
                  <a:pt x="229884" y="22157"/>
                </a:lnTo>
                <a:lnTo>
                  <a:pt x="230051" y="22213"/>
                </a:lnTo>
                <a:lnTo>
                  <a:pt x="230107" y="22380"/>
                </a:lnTo>
                <a:lnTo>
                  <a:pt x="230163" y="22548"/>
                </a:lnTo>
                <a:lnTo>
                  <a:pt x="230107" y="22715"/>
                </a:lnTo>
                <a:lnTo>
                  <a:pt x="230051" y="22883"/>
                </a:lnTo>
                <a:lnTo>
                  <a:pt x="229884" y="22938"/>
                </a:lnTo>
                <a:lnTo>
                  <a:pt x="229716" y="22994"/>
                </a:lnTo>
                <a:lnTo>
                  <a:pt x="229549" y="22938"/>
                </a:lnTo>
                <a:lnTo>
                  <a:pt x="229381" y="22883"/>
                </a:lnTo>
                <a:lnTo>
                  <a:pt x="229326" y="22715"/>
                </a:lnTo>
                <a:lnTo>
                  <a:pt x="229270" y="22548"/>
                </a:lnTo>
                <a:lnTo>
                  <a:pt x="229326" y="22380"/>
                </a:lnTo>
                <a:lnTo>
                  <a:pt x="229381" y="22213"/>
                </a:lnTo>
                <a:lnTo>
                  <a:pt x="229549" y="22157"/>
                </a:lnTo>
                <a:lnTo>
                  <a:pt x="229716" y="22101"/>
                </a:lnTo>
                <a:close/>
                <a:moveTo>
                  <a:pt x="194890" y="25450"/>
                </a:moveTo>
                <a:lnTo>
                  <a:pt x="195058" y="25506"/>
                </a:lnTo>
                <a:lnTo>
                  <a:pt x="195225" y="25562"/>
                </a:lnTo>
                <a:lnTo>
                  <a:pt x="195281" y="25729"/>
                </a:lnTo>
                <a:lnTo>
                  <a:pt x="195337" y="25896"/>
                </a:lnTo>
                <a:lnTo>
                  <a:pt x="195281" y="26064"/>
                </a:lnTo>
                <a:lnTo>
                  <a:pt x="195225" y="26231"/>
                </a:lnTo>
                <a:lnTo>
                  <a:pt x="195058" y="26287"/>
                </a:lnTo>
                <a:lnTo>
                  <a:pt x="194890" y="26343"/>
                </a:lnTo>
                <a:lnTo>
                  <a:pt x="194723" y="26287"/>
                </a:lnTo>
                <a:lnTo>
                  <a:pt x="194556" y="26231"/>
                </a:lnTo>
                <a:lnTo>
                  <a:pt x="194500" y="26064"/>
                </a:lnTo>
                <a:lnTo>
                  <a:pt x="194444" y="25896"/>
                </a:lnTo>
                <a:lnTo>
                  <a:pt x="194500" y="25729"/>
                </a:lnTo>
                <a:lnTo>
                  <a:pt x="194556" y="25562"/>
                </a:lnTo>
                <a:lnTo>
                  <a:pt x="194723" y="25506"/>
                </a:lnTo>
                <a:lnTo>
                  <a:pt x="194890" y="25450"/>
                </a:lnTo>
                <a:close/>
                <a:moveTo>
                  <a:pt x="4465" y="26789"/>
                </a:moveTo>
                <a:lnTo>
                  <a:pt x="4632" y="26845"/>
                </a:lnTo>
                <a:lnTo>
                  <a:pt x="4800" y="26901"/>
                </a:lnTo>
                <a:lnTo>
                  <a:pt x="4856" y="27068"/>
                </a:lnTo>
                <a:lnTo>
                  <a:pt x="4911" y="27236"/>
                </a:lnTo>
                <a:lnTo>
                  <a:pt x="4856" y="27403"/>
                </a:lnTo>
                <a:lnTo>
                  <a:pt x="4800" y="27571"/>
                </a:lnTo>
                <a:lnTo>
                  <a:pt x="4632" y="27627"/>
                </a:lnTo>
                <a:lnTo>
                  <a:pt x="4465" y="27682"/>
                </a:lnTo>
                <a:lnTo>
                  <a:pt x="4297" y="27627"/>
                </a:lnTo>
                <a:lnTo>
                  <a:pt x="4130" y="27571"/>
                </a:lnTo>
                <a:lnTo>
                  <a:pt x="4074" y="27403"/>
                </a:lnTo>
                <a:lnTo>
                  <a:pt x="4018" y="27236"/>
                </a:lnTo>
                <a:lnTo>
                  <a:pt x="4074" y="27068"/>
                </a:lnTo>
                <a:lnTo>
                  <a:pt x="4130" y="26901"/>
                </a:lnTo>
                <a:lnTo>
                  <a:pt x="4297" y="26845"/>
                </a:lnTo>
                <a:lnTo>
                  <a:pt x="4465" y="26789"/>
                </a:lnTo>
                <a:close/>
                <a:moveTo>
                  <a:pt x="108272" y="29915"/>
                </a:moveTo>
                <a:lnTo>
                  <a:pt x="108440" y="29971"/>
                </a:lnTo>
                <a:lnTo>
                  <a:pt x="108607" y="30026"/>
                </a:lnTo>
                <a:lnTo>
                  <a:pt x="108663" y="30194"/>
                </a:lnTo>
                <a:lnTo>
                  <a:pt x="108719" y="30361"/>
                </a:lnTo>
                <a:lnTo>
                  <a:pt x="108663" y="30529"/>
                </a:lnTo>
                <a:lnTo>
                  <a:pt x="108607" y="30696"/>
                </a:lnTo>
                <a:lnTo>
                  <a:pt x="108440" y="30752"/>
                </a:lnTo>
                <a:lnTo>
                  <a:pt x="108272" y="30808"/>
                </a:lnTo>
                <a:lnTo>
                  <a:pt x="108105" y="30752"/>
                </a:lnTo>
                <a:lnTo>
                  <a:pt x="107938" y="30696"/>
                </a:lnTo>
                <a:lnTo>
                  <a:pt x="107882" y="30529"/>
                </a:lnTo>
                <a:lnTo>
                  <a:pt x="107826" y="30361"/>
                </a:lnTo>
                <a:lnTo>
                  <a:pt x="107882" y="30194"/>
                </a:lnTo>
                <a:lnTo>
                  <a:pt x="107938" y="30026"/>
                </a:lnTo>
                <a:lnTo>
                  <a:pt x="108105" y="29971"/>
                </a:lnTo>
                <a:lnTo>
                  <a:pt x="108272" y="29915"/>
                </a:lnTo>
                <a:close/>
                <a:moveTo>
                  <a:pt x="212080" y="32147"/>
                </a:moveTo>
                <a:lnTo>
                  <a:pt x="212248" y="32203"/>
                </a:lnTo>
                <a:lnTo>
                  <a:pt x="212415" y="32259"/>
                </a:lnTo>
                <a:lnTo>
                  <a:pt x="212471" y="32426"/>
                </a:lnTo>
                <a:lnTo>
                  <a:pt x="212527" y="32594"/>
                </a:lnTo>
                <a:lnTo>
                  <a:pt x="212471" y="32761"/>
                </a:lnTo>
                <a:lnTo>
                  <a:pt x="212415" y="32928"/>
                </a:lnTo>
                <a:lnTo>
                  <a:pt x="212248" y="32984"/>
                </a:lnTo>
                <a:lnTo>
                  <a:pt x="212080" y="33040"/>
                </a:lnTo>
                <a:lnTo>
                  <a:pt x="211913" y="32984"/>
                </a:lnTo>
                <a:lnTo>
                  <a:pt x="211745" y="32928"/>
                </a:lnTo>
                <a:lnTo>
                  <a:pt x="211689" y="32761"/>
                </a:lnTo>
                <a:lnTo>
                  <a:pt x="211634" y="32594"/>
                </a:lnTo>
                <a:lnTo>
                  <a:pt x="211689" y="32426"/>
                </a:lnTo>
                <a:lnTo>
                  <a:pt x="211745" y="32259"/>
                </a:lnTo>
                <a:lnTo>
                  <a:pt x="211913" y="32203"/>
                </a:lnTo>
                <a:lnTo>
                  <a:pt x="212080" y="32147"/>
                </a:lnTo>
                <a:close/>
                <a:moveTo>
                  <a:pt x="56257" y="36389"/>
                </a:moveTo>
                <a:lnTo>
                  <a:pt x="56424" y="36445"/>
                </a:lnTo>
                <a:lnTo>
                  <a:pt x="56592" y="36500"/>
                </a:lnTo>
                <a:lnTo>
                  <a:pt x="56648" y="36668"/>
                </a:lnTo>
                <a:lnTo>
                  <a:pt x="56704" y="36835"/>
                </a:lnTo>
                <a:lnTo>
                  <a:pt x="56648" y="37003"/>
                </a:lnTo>
                <a:lnTo>
                  <a:pt x="56592" y="37170"/>
                </a:lnTo>
                <a:lnTo>
                  <a:pt x="56424" y="37226"/>
                </a:lnTo>
                <a:lnTo>
                  <a:pt x="56257" y="37282"/>
                </a:lnTo>
                <a:lnTo>
                  <a:pt x="56090" y="37226"/>
                </a:lnTo>
                <a:lnTo>
                  <a:pt x="55922" y="37170"/>
                </a:lnTo>
                <a:lnTo>
                  <a:pt x="55866" y="37003"/>
                </a:lnTo>
                <a:lnTo>
                  <a:pt x="55811" y="36835"/>
                </a:lnTo>
                <a:lnTo>
                  <a:pt x="55866" y="36668"/>
                </a:lnTo>
                <a:lnTo>
                  <a:pt x="55922" y="36500"/>
                </a:lnTo>
                <a:lnTo>
                  <a:pt x="56090" y="36445"/>
                </a:lnTo>
                <a:lnTo>
                  <a:pt x="56257" y="36389"/>
                </a:lnTo>
                <a:close/>
                <a:moveTo>
                  <a:pt x="39067" y="39291"/>
                </a:moveTo>
                <a:lnTo>
                  <a:pt x="39235" y="39347"/>
                </a:lnTo>
                <a:lnTo>
                  <a:pt x="39402" y="39403"/>
                </a:lnTo>
                <a:lnTo>
                  <a:pt x="39458" y="39570"/>
                </a:lnTo>
                <a:lnTo>
                  <a:pt x="39514" y="39737"/>
                </a:lnTo>
                <a:lnTo>
                  <a:pt x="39458" y="39905"/>
                </a:lnTo>
                <a:lnTo>
                  <a:pt x="39402" y="40072"/>
                </a:lnTo>
                <a:lnTo>
                  <a:pt x="39235" y="40128"/>
                </a:lnTo>
                <a:lnTo>
                  <a:pt x="39067" y="40184"/>
                </a:lnTo>
                <a:lnTo>
                  <a:pt x="38900" y="40128"/>
                </a:lnTo>
                <a:lnTo>
                  <a:pt x="38733" y="40072"/>
                </a:lnTo>
                <a:lnTo>
                  <a:pt x="38677" y="39905"/>
                </a:lnTo>
                <a:lnTo>
                  <a:pt x="38621" y="39737"/>
                </a:lnTo>
                <a:lnTo>
                  <a:pt x="38677" y="39570"/>
                </a:lnTo>
                <a:lnTo>
                  <a:pt x="38733" y="39403"/>
                </a:lnTo>
                <a:lnTo>
                  <a:pt x="38900" y="39347"/>
                </a:lnTo>
                <a:lnTo>
                  <a:pt x="39067" y="39291"/>
                </a:lnTo>
                <a:close/>
                <a:moveTo>
                  <a:pt x="160288" y="0"/>
                </a:moveTo>
                <a:lnTo>
                  <a:pt x="160009" y="56"/>
                </a:lnTo>
                <a:lnTo>
                  <a:pt x="159841" y="224"/>
                </a:lnTo>
                <a:lnTo>
                  <a:pt x="159674" y="391"/>
                </a:lnTo>
                <a:lnTo>
                  <a:pt x="159618" y="670"/>
                </a:lnTo>
                <a:lnTo>
                  <a:pt x="159674" y="893"/>
                </a:lnTo>
                <a:lnTo>
                  <a:pt x="143266" y="15571"/>
                </a:lnTo>
                <a:lnTo>
                  <a:pt x="143098" y="15460"/>
                </a:lnTo>
                <a:lnTo>
                  <a:pt x="142875" y="15404"/>
                </a:lnTo>
                <a:lnTo>
                  <a:pt x="142652" y="15460"/>
                </a:lnTo>
                <a:lnTo>
                  <a:pt x="142429" y="15571"/>
                </a:lnTo>
                <a:lnTo>
                  <a:pt x="142317" y="15739"/>
                </a:lnTo>
                <a:lnTo>
                  <a:pt x="142205" y="15906"/>
                </a:lnTo>
                <a:lnTo>
                  <a:pt x="126299" y="17581"/>
                </a:lnTo>
                <a:lnTo>
                  <a:pt x="126188" y="17413"/>
                </a:lnTo>
                <a:lnTo>
                  <a:pt x="126020" y="17302"/>
                </a:lnTo>
                <a:lnTo>
                  <a:pt x="125853" y="17190"/>
                </a:lnTo>
                <a:lnTo>
                  <a:pt x="125685" y="17190"/>
                </a:lnTo>
                <a:lnTo>
                  <a:pt x="125406" y="17246"/>
                </a:lnTo>
                <a:lnTo>
                  <a:pt x="125239" y="17413"/>
                </a:lnTo>
                <a:lnTo>
                  <a:pt x="125071" y="17581"/>
                </a:lnTo>
                <a:lnTo>
                  <a:pt x="125016" y="17860"/>
                </a:lnTo>
                <a:lnTo>
                  <a:pt x="125016" y="18027"/>
                </a:lnTo>
                <a:lnTo>
                  <a:pt x="108775" y="29915"/>
                </a:lnTo>
                <a:lnTo>
                  <a:pt x="108552" y="29747"/>
                </a:lnTo>
                <a:lnTo>
                  <a:pt x="108272" y="29691"/>
                </a:lnTo>
                <a:lnTo>
                  <a:pt x="107993" y="29747"/>
                </a:lnTo>
                <a:lnTo>
                  <a:pt x="107770" y="29915"/>
                </a:lnTo>
                <a:lnTo>
                  <a:pt x="91473" y="12781"/>
                </a:lnTo>
                <a:lnTo>
                  <a:pt x="91529" y="12502"/>
                </a:lnTo>
                <a:lnTo>
                  <a:pt x="91473" y="12223"/>
                </a:lnTo>
                <a:lnTo>
                  <a:pt x="91306" y="12055"/>
                </a:lnTo>
                <a:lnTo>
                  <a:pt x="91139" y="11888"/>
                </a:lnTo>
                <a:lnTo>
                  <a:pt x="90860" y="11832"/>
                </a:lnTo>
                <a:lnTo>
                  <a:pt x="90581" y="11888"/>
                </a:lnTo>
                <a:lnTo>
                  <a:pt x="90413" y="12055"/>
                </a:lnTo>
                <a:lnTo>
                  <a:pt x="90246" y="12223"/>
                </a:lnTo>
                <a:lnTo>
                  <a:pt x="90190" y="12502"/>
                </a:lnTo>
                <a:lnTo>
                  <a:pt x="74172" y="17636"/>
                </a:lnTo>
                <a:lnTo>
                  <a:pt x="73949" y="17469"/>
                </a:lnTo>
                <a:lnTo>
                  <a:pt x="73837" y="17413"/>
                </a:lnTo>
                <a:lnTo>
                  <a:pt x="73670" y="17413"/>
                </a:lnTo>
                <a:lnTo>
                  <a:pt x="73391" y="17469"/>
                </a:lnTo>
                <a:lnTo>
                  <a:pt x="73223" y="17636"/>
                </a:lnTo>
                <a:lnTo>
                  <a:pt x="73056" y="17804"/>
                </a:lnTo>
                <a:lnTo>
                  <a:pt x="73000" y="18083"/>
                </a:lnTo>
                <a:lnTo>
                  <a:pt x="73056" y="18362"/>
                </a:lnTo>
                <a:lnTo>
                  <a:pt x="56759" y="36389"/>
                </a:lnTo>
                <a:lnTo>
                  <a:pt x="56536" y="36221"/>
                </a:lnTo>
                <a:lnTo>
                  <a:pt x="56257" y="36165"/>
                </a:lnTo>
                <a:lnTo>
                  <a:pt x="55978" y="36221"/>
                </a:lnTo>
                <a:lnTo>
                  <a:pt x="55811" y="36389"/>
                </a:lnTo>
                <a:lnTo>
                  <a:pt x="55643" y="36556"/>
                </a:lnTo>
                <a:lnTo>
                  <a:pt x="55587" y="36835"/>
                </a:lnTo>
                <a:lnTo>
                  <a:pt x="55587" y="36947"/>
                </a:lnTo>
                <a:lnTo>
                  <a:pt x="39737" y="39626"/>
                </a:lnTo>
                <a:lnTo>
                  <a:pt x="39737" y="39737"/>
                </a:lnTo>
                <a:lnTo>
                  <a:pt x="39681" y="39458"/>
                </a:lnTo>
                <a:lnTo>
                  <a:pt x="39514" y="39291"/>
                </a:lnTo>
                <a:lnTo>
                  <a:pt x="39346" y="39123"/>
                </a:lnTo>
                <a:lnTo>
                  <a:pt x="39067" y="39068"/>
                </a:lnTo>
                <a:lnTo>
                  <a:pt x="38844" y="39123"/>
                </a:lnTo>
                <a:lnTo>
                  <a:pt x="38621" y="39235"/>
                </a:lnTo>
                <a:lnTo>
                  <a:pt x="22045" y="18864"/>
                </a:lnTo>
                <a:lnTo>
                  <a:pt x="22157" y="18641"/>
                </a:lnTo>
                <a:lnTo>
                  <a:pt x="22213" y="18418"/>
                </a:lnTo>
                <a:lnTo>
                  <a:pt x="22157" y="18139"/>
                </a:lnTo>
                <a:lnTo>
                  <a:pt x="21989" y="17971"/>
                </a:lnTo>
                <a:lnTo>
                  <a:pt x="21822" y="17804"/>
                </a:lnTo>
                <a:lnTo>
                  <a:pt x="21543" y="17748"/>
                </a:lnTo>
                <a:lnTo>
                  <a:pt x="21264" y="17804"/>
                </a:lnTo>
                <a:lnTo>
                  <a:pt x="21096" y="17971"/>
                </a:lnTo>
                <a:lnTo>
                  <a:pt x="20929" y="18139"/>
                </a:lnTo>
                <a:lnTo>
                  <a:pt x="20873" y="18418"/>
                </a:lnTo>
                <a:lnTo>
                  <a:pt x="20929" y="18641"/>
                </a:lnTo>
                <a:lnTo>
                  <a:pt x="4967" y="26789"/>
                </a:lnTo>
                <a:lnTo>
                  <a:pt x="4744" y="26622"/>
                </a:lnTo>
                <a:lnTo>
                  <a:pt x="4465" y="26566"/>
                </a:lnTo>
                <a:lnTo>
                  <a:pt x="4242" y="26622"/>
                </a:lnTo>
                <a:lnTo>
                  <a:pt x="4018" y="26734"/>
                </a:lnTo>
                <a:lnTo>
                  <a:pt x="0" y="24948"/>
                </a:lnTo>
                <a:lnTo>
                  <a:pt x="0" y="25171"/>
                </a:lnTo>
                <a:lnTo>
                  <a:pt x="3851" y="26901"/>
                </a:lnTo>
                <a:lnTo>
                  <a:pt x="3795" y="27068"/>
                </a:lnTo>
                <a:lnTo>
                  <a:pt x="3795" y="27236"/>
                </a:lnTo>
                <a:lnTo>
                  <a:pt x="3851" y="27515"/>
                </a:lnTo>
                <a:lnTo>
                  <a:pt x="4018" y="27682"/>
                </a:lnTo>
                <a:lnTo>
                  <a:pt x="4186" y="27850"/>
                </a:lnTo>
                <a:lnTo>
                  <a:pt x="4465" y="27906"/>
                </a:lnTo>
                <a:lnTo>
                  <a:pt x="4744" y="27850"/>
                </a:lnTo>
                <a:lnTo>
                  <a:pt x="4911" y="27682"/>
                </a:lnTo>
                <a:lnTo>
                  <a:pt x="5079" y="27515"/>
                </a:lnTo>
                <a:lnTo>
                  <a:pt x="5135" y="27236"/>
                </a:lnTo>
                <a:lnTo>
                  <a:pt x="5079" y="27013"/>
                </a:lnTo>
                <a:lnTo>
                  <a:pt x="20985" y="18808"/>
                </a:lnTo>
                <a:lnTo>
                  <a:pt x="21096" y="18920"/>
                </a:lnTo>
                <a:lnTo>
                  <a:pt x="21264" y="19032"/>
                </a:lnTo>
                <a:lnTo>
                  <a:pt x="21375" y="19088"/>
                </a:lnTo>
                <a:lnTo>
                  <a:pt x="21710" y="19088"/>
                </a:lnTo>
                <a:lnTo>
                  <a:pt x="21878" y="18976"/>
                </a:lnTo>
                <a:lnTo>
                  <a:pt x="38453" y="39458"/>
                </a:lnTo>
                <a:lnTo>
                  <a:pt x="38398" y="39570"/>
                </a:lnTo>
                <a:lnTo>
                  <a:pt x="38398" y="39737"/>
                </a:lnTo>
                <a:lnTo>
                  <a:pt x="38453" y="40016"/>
                </a:lnTo>
                <a:lnTo>
                  <a:pt x="38621" y="40184"/>
                </a:lnTo>
                <a:lnTo>
                  <a:pt x="38788" y="40351"/>
                </a:lnTo>
                <a:lnTo>
                  <a:pt x="39067" y="40407"/>
                </a:lnTo>
                <a:lnTo>
                  <a:pt x="39291" y="40351"/>
                </a:lnTo>
                <a:lnTo>
                  <a:pt x="39514" y="40240"/>
                </a:lnTo>
                <a:lnTo>
                  <a:pt x="39625" y="40072"/>
                </a:lnTo>
                <a:lnTo>
                  <a:pt x="39737" y="39849"/>
                </a:lnTo>
                <a:lnTo>
                  <a:pt x="55699" y="37170"/>
                </a:lnTo>
                <a:lnTo>
                  <a:pt x="55811" y="37282"/>
                </a:lnTo>
                <a:lnTo>
                  <a:pt x="55922" y="37393"/>
                </a:lnTo>
                <a:lnTo>
                  <a:pt x="56090" y="37505"/>
                </a:lnTo>
                <a:lnTo>
                  <a:pt x="56257" y="37505"/>
                </a:lnTo>
                <a:lnTo>
                  <a:pt x="56536" y="37449"/>
                </a:lnTo>
                <a:lnTo>
                  <a:pt x="56704" y="37282"/>
                </a:lnTo>
                <a:lnTo>
                  <a:pt x="56871" y="37114"/>
                </a:lnTo>
                <a:lnTo>
                  <a:pt x="56927" y="36835"/>
                </a:lnTo>
                <a:lnTo>
                  <a:pt x="56871" y="36556"/>
                </a:lnTo>
                <a:lnTo>
                  <a:pt x="73168" y="18529"/>
                </a:lnTo>
                <a:lnTo>
                  <a:pt x="73391" y="18697"/>
                </a:lnTo>
                <a:lnTo>
                  <a:pt x="73670" y="18753"/>
                </a:lnTo>
                <a:lnTo>
                  <a:pt x="73949" y="18697"/>
                </a:lnTo>
                <a:lnTo>
                  <a:pt x="74116" y="18529"/>
                </a:lnTo>
                <a:lnTo>
                  <a:pt x="74284" y="18362"/>
                </a:lnTo>
                <a:lnTo>
                  <a:pt x="74340" y="18083"/>
                </a:lnTo>
                <a:lnTo>
                  <a:pt x="74284" y="17860"/>
                </a:lnTo>
                <a:lnTo>
                  <a:pt x="90246" y="12725"/>
                </a:lnTo>
                <a:lnTo>
                  <a:pt x="90357" y="12893"/>
                </a:lnTo>
                <a:lnTo>
                  <a:pt x="90469" y="13060"/>
                </a:lnTo>
                <a:lnTo>
                  <a:pt x="90636" y="13116"/>
                </a:lnTo>
                <a:lnTo>
                  <a:pt x="90860" y="13172"/>
                </a:lnTo>
                <a:lnTo>
                  <a:pt x="91139" y="13116"/>
                </a:lnTo>
                <a:lnTo>
                  <a:pt x="91362" y="12948"/>
                </a:lnTo>
                <a:lnTo>
                  <a:pt x="107659" y="30082"/>
                </a:lnTo>
                <a:lnTo>
                  <a:pt x="107603" y="30361"/>
                </a:lnTo>
                <a:lnTo>
                  <a:pt x="107659" y="30640"/>
                </a:lnTo>
                <a:lnTo>
                  <a:pt x="107826" y="30808"/>
                </a:lnTo>
                <a:lnTo>
                  <a:pt x="107993" y="30975"/>
                </a:lnTo>
                <a:lnTo>
                  <a:pt x="108272" y="31031"/>
                </a:lnTo>
                <a:lnTo>
                  <a:pt x="108552" y="30975"/>
                </a:lnTo>
                <a:lnTo>
                  <a:pt x="108719" y="30808"/>
                </a:lnTo>
                <a:lnTo>
                  <a:pt x="108886" y="30640"/>
                </a:lnTo>
                <a:lnTo>
                  <a:pt x="108942" y="30361"/>
                </a:lnTo>
                <a:lnTo>
                  <a:pt x="108886" y="30082"/>
                </a:lnTo>
                <a:lnTo>
                  <a:pt x="125127" y="18195"/>
                </a:lnTo>
                <a:lnTo>
                  <a:pt x="125239" y="18362"/>
                </a:lnTo>
                <a:lnTo>
                  <a:pt x="125350" y="18418"/>
                </a:lnTo>
                <a:lnTo>
                  <a:pt x="125518" y="18529"/>
                </a:lnTo>
                <a:lnTo>
                  <a:pt x="125685" y="18529"/>
                </a:lnTo>
                <a:lnTo>
                  <a:pt x="125964" y="18474"/>
                </a:lnTo>
                <a:lnTo>
                  <a:pt x="126132" y="18306"/>
                </a:lnTo>
                <a:lnTo>
                  <a:pt x="126299" y="18139"/>
                </a:lnTo>
                <a:lnTo>
                  <a:pt x="126355" y="17860"/>
                </a:lnTo>
                <a:lnTo>
                  <a:pt x="126355" y="17804"/>
                </a:lnTo>
                <a:lnTo>
                  <a:pt x="142205" y="16130"/>
                </a:lnTo>
                <a:lnTo>
                  <a:pt x="142261" y="16409"/>
                </a:lnTo>
                <a:lnTo>
                  <a:pt x="142429" y="16576"/>
                </a:lnTo>
                <a:lnTo>
                  <a:pt x="142652" y="16688"/>
                </a:lnTo>
                <a:lnTo>
                  <a:pt x="142875" y="16743"/>
                </a:lnTo>
                <a:lnTo>
                  <a:pt x="143154" y="16688"/>
                </a:lnTo>
                <a:lnTo>
                  <a:pt x="143321" y="16520"/>
                </a:lnTo>
                <a:lnTo>
                  <a:pt x="143489" y="16353"/>
                </a:lnTo>
                <a:lnTo>
                  <a:pt x="143545" y="16074"/>
                </a:lnTo>
                <a:lnTo>
                  <a:pt x="143489" y="15906"/>
                </a:lnTo>
                <a:lnTo>
                  <a:pt x="143433" y="15683"/>
                </a:lnTo>
                <a:lnTo>
                  <a:pt x="159786" y="1061"/>
                </a:lnTo>
                <a:lnTo>
                  <a:pt x="160009" y="1284"/>
                </a:lnTo>
                <a:lnTo>
                  <a:pt x="160120" y="1340"/>
                </a:lnTo>
                <a:lnTo>
                  <a:pt x="160288" y="1340"/>
                </a:lnTo>
                <a:lnTo>
                  <a:pt x="160511" y="1284"/>
                </a:lnTo>
                <a:lnTo>
                  <a:pt x="160679" y="1228"/>
                </a:lnTo>
                <a:lnTo>
                  <a:pt x="160790" y="1117"/>
                </a:lnTo>
                <a:lnTo>
                  <a:pt x="160902" y="949"/>
                </a:lnTo>
                <a:lnTo>
                  <a:pt x="177031" y="6530"/>
                </a:lnTo>
                <a:lnTo>
                  <a:pt x="177031" y="6698"/>
                </a:lnTo>
                <a:lnTo>
                  <a:pt x="177087" y="6977"/>
                </a:lnTo>
                <a:lnTo>
                  <a:pt x="177254" y="7144"/>
                </a:lnTo>
                <a:lnTo>
                  <a:pt x="177422" y="7312"/>
                </a:lnTo>
                <a:lnTo>
                  <a:pt x="177701" y="7367"/>
                </a:lnTo>
                <a:lnTo>
                  <a:pt x="177868" y="7367"/>
                </a:lnTo>
                <a:lnTo>
                  <a:pt x="178036" y="7256"/>
                </a:lnTo>
                <a:lnTo>
                  <a:pt x="194388" y="25450"/>
                </a:lnTo>
                <a:lnTo>
                  <a:pt x="194277" y="25673"/>
                </a:lnTo>
                <a:lnTo>
                  <a:pt x="194221" y="25896"/>
                </a:lnTo>
                <a:lnTo>
                  <a:pt x="194277" y="26175"/>
                </a:lnTo>
                <a:lnTo>
                  <a:pt x="194444" y="26343"/>
                </a:lnTo>
                <a:lnTo>
                  <a:pt x="194611" y="26510"/>
                </a:lnTo>
                <a:lnTo>
                  <a:pt x="194890" y="26566"/>
                </a:lnTo>
                <a:lnTo>
                  <a:pt x="195058" y="26566"/>
                </a:lnTo>
                <a:lnTo>
                  <a:pt x="195169" y="26510"/>
                </a:lnTo>
                <a:lnTo>
                  <a:pt x="195337" y="26399"/>
                </a:lnTo>
                <a:lnTo>
                  <a:pt x="195449" y="26287"/>
                </a:lnTo>
                <a:lnTo>
                  <a:pt x="211410" y="32538"/>
                </a:lnTo>
                <a:lnTo>
                  <a:pt x="211410" y="32594"/>
                </a:lnTo>
                <a:lnTo>
                  <a:pt x="211466" y="32873"/>
                </a:lnTo>
                <a:lnTo>
                  <a:pt x="211634" y="33040"/>
                </a:lnTo>
                <a:lnTo>
                  <a:pt x="211801" y="33208"/>
                </a:lnTo>
                <a:lnTo>
                  <a:pt x="212080" y="33263"/>
                </a:lnTo>
                <a:lnTo>
                  <a:pt x="212359" y="33208"/>
                </a:lnTo>
                <a:lnTo>
                  <a:pt x="212527" y="33040"/>
                </a:lnTo>
                <a:lnTo>
                  <a:pt x="212694" y="32873"/>
                </a:lnTo>
                <a:lnTo>
                  <a:pt x="212750" y="32594"/>
                </a:lnTo>
                <a:lnTo>
                  <a:pt x="212750" y="32538"/>
                </a:lnTo>
                <a:lnTo>
                  <a:pt x="229214" y="22994"/>
                </a:lnTo>
                <a:lnTo>
                  <a:pt x="229437" y="23162"/>
                </a:lnTo>
                <a:lnTo>
                  <a:pt x="229716" y="23217"/>
                </a:lnTo>
                <a:lnTo>
                  <a:pt x="229995" y="23162"/>
                </a:lnTo>
                <a:lnTo>
                  <a:pt x="230163" y="22994"/>
                </a:lnTo>
                <a:lnTo>
                  <a:pt x="230330" y="22827"/>
                </a:lnTo>
                <a:lnTo>
                  <a:pt x="230386" y="22548"/>
                </a:lnTo>
                <a:lnTo>
                  <a:pt x="230386" y="22492"/>
                </a:lnTo>
                <a:lnTo>
                  <a:pt x="246180" y="16297"/>
                </a:lnTo>
                <a:lnTo>
                  <a:pt x="246404" y="16464"/>
                </a:lnTo>
                <a:lnTo>
                  <a:pt x="246683" y="16520"/>
                </a:lnTo>
                <a:lnTo>
                  <a:pt x="246962" y="16464"/>
                </a:lnTo>
                <a:lnTo>
                  <a:pt x="247129" y="16297"/>
                </a:lnTo>
                <a:lnTo>
                  <a:pt x="247297" y="16130"/>
                </a:lnTo>
                <a:lnTo>
                  <a:pt x="247352" y="15851"/>
                </a:lnTo>
                <a:lnTo>
                  <a:pt x="247297" y="15683"/>
                </a:lnTo>
                <a:lnTo>
                  <a:pt x="263761" y="1507"/>
                </a:lnTo>
                <a:lnTo>
                  <a:pt x="263872" y="1619"/>
                </a:lnTo>
                <a:lnTo>
                  <a:pt x="264040" y="1730"/>
                </a:lnTo>
                <a:lnTo>
                  <a:pt x="264151" y="1786"/>
                </a:lnTo>
                <a:lnTo>
                  <a:pt x="264319" y="1786"/>
                </a:lnTo>
                <a:lnTo>
                  <a:pt x="264542" y="1730"/>
                </a:lnTo>
                <a:lnTo>
                  <a:pt x="264765" y="1619"/>
                </a:lnTo>
                <a:lnTo>
                  <a:pt x="264877" y="1451"/>
                </a:lnTo>
                <a:lnTo>
                  <a:pt x="264988" y="1228"/>
                </a:lnTo>
                <a:lnTo>
                  <a:pt x="280839" y="3237"/>
                </a:lnTo>
                <a:lnTo>
                  <a:pt x="280839" y="3349"/>
                </a:lnTo>
                <a:lnTo>
                  <a:pt x="280894" y="3628"/>
                </a:lnTo>
                <a:lnTo>
                  <a:pt x="281062" y="3795"/>
                </a:lnTo>
                <a:lnTo>
                  <a:pt x="281229" y="3963"/>
                </a:lnTo>
                <a:lnTo>
                  <a:pt x="281508" y="4019"/>
                </a:lnTo>
                <a:lnTo>
                  <a:pt x="281787" y="3963"/>
                </a:lnTo>
                <a:lnTo>
                  <a:pt x="281955" y="3795"/>
                </a:lnTo>
                <a:lnTo>
                  <a:pt x="282122" y="3628"/>
                </a:lnTo>
                <a:lnTo>
                  <a:pt x="282178" y="3349"/>
                </a:lnTo>
                <a:lnTo>
                  <a:pt x="285750" y="3349"/>
                </a:lnTo>
                <a:lnTo>
                  <a:pt x="285750" y="3126"/>
                </a:lnTo>
                <a:lnTo>
                  <a:pt x="282122" y="3126"/>
                </a:lnTo>
                <a:lnTo>
                  <a:pt x="282067" y="2958"/>
                </a:lnTo>
                <a:lnTo>
                  <a:pt x="281899" y="2791"/>
                </a:lnTo>
                <a:lnTo>
                  <a:pt x="281732" y="2735"/>
                </a:lnTo>
                <a:lnTo>
                  <a:pt x="281508" y="2679"/>
                </a:lnTo>
                <a:lnTo>
                  <a:pt x="281341" y="2679"/>
                </a:lnTo>
                <a:lnTo>
                  <a:pt x="281174" y="2791"/>
                </a:lnTo>
                <a:lnTo>
                  <a:pt x="281006" y="2902"/>
                </a:lnTo>
                <a:lnTo>
                  <a:pt x="280894" y="3014"/>
                </a:lnTo>
                <a:lnTo>
                  <a:pt x="264988" y="1005"/>
                </a:lnTo>
                <a:lnTo>
                  <a:pt x="264877" y="782"/>
                </a:lnTo>
                <a:lnTo>
                  <a:pt x="264765" y="614"/>
                </a:lnTo>
                <a:lnTo>
                  <a:pt x="264542" y="503"/>
                </a:lnTo>
                <a:lnTo>
                  <a:pt x="264319" y="447"/>
                </a:lnTo>
                <a:lnTo>
                  <a:pt x="264040" y="503"/>
                </a:lnTo>
                <a:lnTo>
                  <a:pt x="263872" y="670"/>
                </a:lnTo>
                <a:lnTo>
                  <a:pt x="263705" y="838"/>
                </a:lnTo>
                <a:lnTo>
                  <a:pt x="263649" y="1117"/>
                </a:lnTo>
                <a:lnTo>
                  <a:pt x="263705" y="1284"/>
                </a:lnTo>
                <a:lnTo>
                  <a:pt x="247241" y="15460"/>
                </a:lnTo>
                <a:lnTo>
                  <a:pt x="247129" y="15348"/>
                </a:lnTo>
                <a:lnTo>
                  <a:pt x="246962" y="15237"/>
                </a:lnTo>
                <a:lnTo>
                  <a:pt x="246850" y="15181"/>
                </a:lnTo>
                <a:lnTo>
                  <a:pt x="246683" y="15181"/>
                </a:lnTo>
                <a:lnTo>
                  <a:pt x="246404" y="15237"/>
                </a:lnTo>
                <a:lnTo>
                  <a:pt x="246236" y="15404"/>
                </a:lnTo>
                <a:lnTo>
                  <a:pt x="246069" y="15571"/>
                </a:lnTo>
                <a:lnTo>
                  <a:pt x="246013" y="15851"/>
                </a:lnTo>
                <a:lnTo>
                  <a:pt x="246069" y="16130"/>
                </a:lnTo>
                <a:lnTo>
                  <a:pt x="230330" y="22269"/>
                </a:lnTo>
                <a:lnTo>
                  <a:pt x="230219" y="22101"/>
                </a:lnTo>
                <a:lnTo>
                  <a:pt x="230051" y="21990"/>
                </a:lnTo>
                <a:lnTo>
                  <a:pt x="229884" y="21934"/>
                </a:lnTo>
                <a:lnTo>
                  <a:pt x="229716" y="21878"/>
                </a:lnTo>
                <a:lnTo>
                  <a:pt x="229437" y="21934"/>
                </a:lnTo>
                <a:lnTo>
                  <a:pt x="229270" y="22101"/>
                </a:lnTo>
                <a:lnTo>
                  <a:pt x="229102" y="22269"/>
                </a:lnTo>
                <a:lnTo>
                  <a:pt x="229046" y="22548"/>
                </a:lnTo>
                <a:lnTo>
                  <a:pt x="229102" y="22827"/>
                </a:lnTo>
                <a:lnTo>
                  <a:pt x="212694" y="32315"/>
                </a:lnTo>
                <a:lnTo>
                  <a:pt x="212582" y="32147"/>
                </a:lnTo>
                <a:lnTo>
                  <a:pt x="212415" y="32036"/>
                </a:lnTo>
                <a:lnTo>
                  <a:pt x="212248" y="31924"/>
                </a:lnTo>
                <a:lnTo>
                  <a:pt x="212080" y="31924"/>
                </a:lnTo>
                <a:lnTo>
                  <a:pt x="211913" y="31980"/>
                </a:lnTo>
                <a:lnTo>
                  <a:pt x="211745" y="32036"/>
                </a:lnTo>
                <a:lnTo>
                  <a:pt x="211578" y="32147"/>
                </a:lnTo>
                <a:lnTo>
                  <a:pt x="211466" y="32315"/>
                </a:lnTo>
                <a:lnTo>
                  <a:pt x="195504" y="26120"/>
                </a:lnTo>
                <a:lnTo>
                  <a:pt x="195560" y="25896"/>
                </a:lnTo>
                <a:lnTo>
                  <a:pt x="195504" y="25617"/>
                </a:lnTo>
                <a:lnTo>
                  <a:pt x="195337" y="25450"/>
                </a:lnTo>
                <a:lnTo>
                  <a:pt x="195169" y="25282"/>
                </a:lnTo>
                <a:lnTo>
                  <a:pt x="194890" y="25227"/>
                </a:lnTo>
                <a:lnTo>
                  <a:pt x="194723" y="25227"/>
                </a:lnTo>
                <a:lnTo>
                  <a:pt x="194556" y="25338"/>
                </a:lnTo>
                <a:lnTo>
                  <a:pt x="178203" y="7144"/>
                </a:lnTo>
                <a:lnTo>
                  <a:pt x="178315" y="6921"/>
                </a:lnTo>
                <a:lnTo>
                  <a:pt x="178371" y="6698"/>
                </a:lnTo>
                <a:lnTo>
                  <a:pt x="178315" y="6419"/>
                </a:lnTo>
                <a:lnTo>
                  <a:pt x="178147" y="6251"/>
                </a:lnTo>
                <a:lnTo>
                  <a:pt x="177980" y="6084"/>
                </a:lnTo>
                <a:lnTo>
                  <a:pt x="177701" y="6028"/>
                </a:lnTo>
                <a:lnTo>
                  <a:pt x="177533" y="6028"/>
                </a:lnTo>
                <a:lnTo>
                  <a:pt x="177366" y="6084"/>
                </a:lnTo>
                <a:lnTo>
                  <a:pt x="177254" y="6195"/>
                </a:lnTo>
                <a:lnTo>
                  <a:pt x="177143" y="6307"/>
                </a:lnTo>
                <a:lnTo>
                  <a:pt x="160958" y="726"/>
                </a:lnTo>
                <a:lnTo>
                  <a:pt x="160958" y="670"/>
                </a:lnTo>
                <a:lnTo>
                  <a:pt x="160902" y="391"/>
                </a:lnTo>
                <a:lnTo>
                  <a:pt x="160734" y="224"/>
                </a:lnTo>
                <a:lnTo>
                  <a:pt x="160567" y="56"/>
                </a:lnTo>
                <a:lnTo>
                  <a:pt x="160288" y="0"/>
                </a:lnTo>
                <a:close/>
              </a:path>
            </a:pathLst>
          </a:custGeom>
          <a:solidFill>
            <a:srgbClr val="ffffff">
              <a:alpha val="3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PlaceHolder 2"/>
          <p:cNvSpPr>
            <a:spLocks noGrp="1"/>
          </p:cNvSpPr>
          <p:nvPr>
            <p:ph type="sldNum" idx="10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9471470-D9A7-426A-95B7-D7C54E0996BF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6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6;p1"/>
          <p:cNvSpPr/>
          <p:nvPr/>
        </p:nvSpPr>
        <p:spPr>
          <a:xfrm>
            <a:off x="0" y="0"/>
            <a:ext cx="9142560" cy="5141880"/>
          </a:xfrm>
          <a:custGeom>
            <a:avLst/>
            <a:gdLst>
              <a:gd name="textAreaLeft" fmla="*/ 0 w 9142560"/>
              <a:gd name="textAreaRight" fmla="*/ 9144000 w 9142560"/>
              <a:gd name="textAreaTop" fmla="*/ 0 h 5141880"/>
              <a:gd name="textAreaBottom" fmla="*/ 5143320 h 5141880"/>
            </a:gdLst>
            <a:ah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71" name="Google Shape;659;p10"/>
          <p:cNvSpPr/>
          <p:nvPr/>
        </p:nvSpPr>
        <p:spPr>
          <a:xfrm>
            <a:off x="0" y="-11880"/>
            <a:ext cx="9142560" cy="821880"/>
          </a:xfrm>
          <a:prstGeom prst="rect">
            <a:avLst/>
          </a:pr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72" name="PlaceHolder 1"/>
          <p:cNvSpPr>
            <a:spLocks noGrp="1"/>
          </p:cNvSpPr>
          <p:nvPr>
            <p:ph type="sldNum" idx="11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CFA36E0-2AAF-4B4C-8117-C10B3CB5D89D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7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k to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edit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the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form</a:t>
            </a: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image" Target="../media/image19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25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hyperlink" Target="https://www.coursera.org/learn/python-machine-learning" TargetMode="External"/><Relationship Id="rId2" Type="http://schemas.openxmlformats.org/officeDocument/2006/relationships/hyperlink" Target="https://medium.com/deep-math-machine-learning-ai/chapter-4-decision-trees-algorithms-b93975f7a1f1" TargetMode="External"/><Relationship Id="rId3" Type="http://schemas.openxmlformats.org/officeDocument/2006/relationships/hyperlink" Target="https://www.youtube.com/playlist?list=PLBv09BD7ez_4temBw7vLA19p3tdQH6FYO" TargetMode="External"/><Relationship Id="rId4" Type="http://schemas.openxmlformats.org/officeDocument/2006/relationships/hyperlink" Target="https://scikit-learn.org/stable/modules/generated/sklearn.tree.DecisionTreeClassifier.html#sklearn.tree.DecisionTreeClassifier" TargetMode="External"/><Relationship Id="rId5" Type="http://schemas.openxmlformats.org/officeDocument/2006/relationships/hyperlink" Target="https://scikit-learn.org/stable/modules/generated/sklearn.ensemble.GradientBoostingClassifier.html" TargetMode="External"/><Relationship Id="rId6" Type="http://schemas.openxmlformats.org/officeDocument/2006/relationships/hyperlink" Target="https://xgboost.readthedocs.io/en/latest/" TargetMode="External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sldNum" idx="15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0E3977B-BE92-453C-8F56-62E2E371131A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2" name="Google Shape;780;p15"/>
          <p:cNvSpPr/>
          <p:nvPr/>
        </p:nvSpPr>
        <p:spPr>
          <a:xfrm>
            <a:off x="600480" y="1365120"/>
            <a:ext cx="4804200" cy="324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4800" spc="-1" strike="noStrike">
                <a:solidFill>
                  <a:schemeClr val="lt1"/>
                </a:solidFill>
                <a:latin typeface="Titillium Web"/>
                <a:ea typeface="Titillium Web"/>
              </a:rPr>
              <a:t>Decision Trees 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PlaceHolder 2"/>
          <p:cNvSpPr>
            <a:spLocks noGrp="1"/>
          </p:cNvSpPr>
          <p:nvPr>
            <p:ph type="title"/>
          </p:nvPr>
        </p:nvSpPr>
        <p:spPr>
          <a:xfrm>
            <a:off x="524520" y="258480"/>
            <a:ext cx="3827520" cy="79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Data 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Scienc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e 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Camp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784" name="Google Shape;782;p15"/>
          <p:cNvGrpSpPr/>
          <p:nvPr/>
        </p:nvGrpSpPr>
        <p:grpSpPr>
          <a:xfrm>
            <a:off x="5950440" y="536040"/>
            <a:ext cx="2397960" cy="3821760"/>
            <a:chOff x="5950440" y="536040"/>
            <a:chExt cx="2397960" cy="3821760"/>
          </a:xfrm>
        </p:grpSpPr>
        <p:pic>
          <p:nvPicPr>
            <p:cNvPr id="785" name="Google Shape;783;p15" descr=""/>
            <p:cNvPicPr/>
            <p:nvPr/>
          </p:nvPicPr>
          <p:blipFill>
            <a:blip r:embed="rId1"/>
            <a:stretch/>
          </p:blipFill>
          <p:spPr>
            <a:xfrm>
              <a:off x="6013080" y="888840"/>
              <a:ext cx="2300040" cy="31179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786" name="Google Shape;784;p15"/>
            <p:cNvGrpSpPr/>
            <p:nvPr/>
          </p:nvGrpSpPr>
          <p:grpSpPr>
            <a:xfrm>
              <a:off x="5950440" y="536040"/>
              <a:ext cx="2397960" cy="3821760"/>
              <a:chOff x="5950440" y="536040"/>
              <a:chExt cx="2397960" cy="3821760"/>
            </a:xfrm>
          </p:grpSpPr>
          <p:sp>
            <p:nvSpPr>
              <p:cNvPr id="787" name="Google Shape;785;p15"/>
              <p:cNvSpPr/>
              <p:nvPr/>
            </p:nvSpPr>
            <p:spPr>
              <a:xfrm>
                <a:off x="5950440" y="536040"/>
                <a:ext cx="2397960" cy="3821760"/>
              </a:xfrm>
              <a:custGeom>
                <a:avLst/>
                <a:gdLst>
                  <a:gd name="textAreaLeft" fmla="*/ 0 w 2397960"/>
                  <a:gd name="textAreaRight" fmla="*/ 2399400 w 2397960"/>
                  <a:gd name="textAreaTop" fmla="*/ 0 h 3821760"/>
                  <a:gd name="textAreaBottom" fmla="*/ 3823200 h 3821760"/>
                </a:gdLst>
                <a:ahLst/>
                <a:rect l="textAreaLeft" t="textAreaTop" r="textAreaRight" b="textAreaBottom"/>
                <a:pathLst>
                  <a:path w="101027" h="209550">
                    <a:moveTo>
                      <a:pt x="98629" y="18886"/>
                    </a:moveTo>
                    <a:lnTo>
                      <a:pt x="98629" y="190364"/>
                    </a:lnTo>
                    <a:lnTo>
                      <a:pt x="2398" y="190364"/>
                    </a:lnTo>
                    <a:lnTo>
                      <a:pt x="2398" y="18886"/>
                    </a:lnTo>
                    <a:close/>
                    <a:moveTo>
                      <a:pt x="10343" y="0"/>
                    </a:moveTo>
                    <a:lnTo>
                      <a:pt x="9293" y="75"/>
                    </a:lnTo>
                    <a:lnTo>
                      <a:pt x="8244" y="225"/>
                    </a:lnTo>
                    <a:lnTo>
                      <a:pt x="7270" y="450"/>
                    </a:lnTo>
                    <a:lnTo>
                      <a:pt x="6295" y="824"/>
                    </a:lnTo>
                    <a:lnTo>
                      <a:pt x="5396" y="1274"/>
                    </a:lnTo>
                    <a:lnTo>
                      <a:pt x="4572" y="1799"/>
                    </a:lnTo>
                    <a:lnTo>
                      <a:pt x="3747" y="2398"/>
                    </a:lnTo>
                    <a:lnTo>
                      <a:pt x="2998" y="3073"/>
                    </a:lnTo>
                    <a:lnTo>
                      <a:pt x="2323" y="3747"/>
                    </a:lnTo>
                    <a:lnTo>
                      <a:pt x="1724" y="4572"/>
                    </a:lnTo>
                    <a:lnTo>
                      <a:pt x="1199" y="5396"/>
                    </a:lnTo>
                    <a:lnTo>
                      <a:pt x="824" y="6370"/>
                    </a:lnTo>
                    <a:lnTo>
                      <a:pt x="450" y="7270"/>
                    </a:lnTo>
                    <a:lnTo>
                      <a:pt x="225" y="8319"/>
                    </a:lnTo>
                    <a:lnTo>
                      <a:pt x="0" y="9293"/>
                    </a:lnTo>
                    <a:lnTo>
                      <a:pt x="0" y="10343"/>
                    </a:lnTo>
                    <a:lnTo>
                      <a:pt x="0" y="199207"/>
                    </a:lnTo>
                    <a:lnTo>
                      <a:pt x="0" y="200257"/>
                    </a:lnTo>
                    <a:lnTo>
                      <a:pt x="225" y="201231"/>
                    </a:lnTo>
                    <a:lnTo>
                      <a:pt x="450" y="202280"/>
                    </a:lnTo>
                    <a:lnTo>
                      <a:pt x="824" y="203180"/>
                    </a:lnTo>
                    <a:lnTo>
                      <a:pt x="1199" y="204154"/>
                    </a:lnTo>
                    <a:lnTo>
                      <a:pt x="1724" y="204978"/>
                    </a:lnTo>
                    <a:lnTo>
                      <a:pt x="2323" y="205803"/>
                    </a:lnTo>
                    <a:lnTo>
                      <a:pt x="2998" y="206477"/>
                    </a:lnTo>
                    <a:lnTo>
                      <a:pt x="3747" y="207152"/>
                    </a:lnTo>
                    <a:lnTo>
                      <a:pt x="4572" y="207751"/>
                    </a:lnTo>
                    <a:lnTo>
                      <a:pt x="5396" y="208276"/>
                    </a:lnTo>
                    <a:lnTo>
                      <a:pt x="6295" y="208726"/>
                    </a:lnTo>
                    <a:lnTo>
                      <a:pt x="7270" y="209100"/>
                    </a:lnTo>
                    <a:lnTo>
                      <a:pt x="8244" y="209325"/>
                    </a:lnTo>
                    <a:lnTo>
                      <a:pt x="9293" y="209475"/>
                    </a:lnTo>
                    <a:lnTo>
                      <a:pt x="10343" y="209550"/>
                    </a:lnTo>
                    <a:lnTo>
                      <a:pt x="90610" y="209550"/>
                    </a:lnTo>
                    <a:lnTo>
                      <a:pt x="91659" y="209475"/>
                    </a:lnTo>
                    <a:lnTo>
                      <a:pt x="92708" y="209325"/>
                    </a:lnTo>
                    <a:lnTo>
                      <a:pt x="93682" y="209100"/>
                    </a:lnTo>
                    <a:lnTo>
                      <a:pt x="94657" y="208726"/>
                    </a:lnTo>
                    <a:lnTo>
                      <a:pt x="95556" y="208276"/>
                    </a:lnTo>
                    <a:lnTo>
                      <a:pt x="96455" y="207751"/>
                    </a:lnTo>
                    <a:lnTo>
                      <a:pt x="97205" y="207152"/>
                    </a:lnTo>
                    <a:lnTo>
                      <a:pt x="97954" y="206477"/>
                    </a:lnTo>
                    <a:lnTo>
                      <a:pt x="98629" y="205803"/>
                    </a:lnTo>
                    <a:lnTo>
                      <a:pt x="99228" y="204978"/>
                    </a:lnTo>
                    <a:lnTo>
                      <a:pt x="99753" y="204154"/>
                    </a:lnTo>
                    <a:lnTo>
                      <a:pt x="100203" y="203180"/>
                    </a:lnTo>
                    <a:lnTo>
                      <a:pt x="100577" y="202280"/>
                    </a:lnTo>
                    <a:lnTo>
                      <a:pt x="100802" y="201231"/>
                    </a:lnTo>
                    <a:lnTo>
                      <a:pt x="100952" y="200257"/>
                    </a:lnTo>
                    <a:lnTo>
                      <a:pt x="101027" y="199207"/>
                    </a:lnTo>
                    <a:lnTo>
                      <a:pt x="101027" y="10343"/>
                    </a:lnTo>
                    <a:lnTo>
                      <a:pt x="100952" y="9293"/>
                    </a:lnTo>
                    <a:lnTo>
                      <a:pt x="100802" y="8319"/>
                    </a:lnTo>
                    <a:lnTo>
                      <a:pt x="100577" y="7270"/>
                    </a:lnTo>
                    <a:lnTo>
                      <a:pt x="100203" y="6370"/>
                    </a:lnTo>
                    <a:lnTo>
                      <a:pt x="99753" y="5396"/>
                    </a:lnTo>
                    <a:lnTo>
                      <a:pt x="99228" y="4572"/>
                    </a:lnTo>
                    <a:lnTo>
                      <a:pt x="98629" y="3747"/>
                    </a:lnTo>
                    <a:lnTo>
                      <a:pt x="97954" y="3073"/>
                    </a:lnTo>
                    <a:lnTo>
                      <a:pt x="97205" y="2398"/>
                    </a:lnTo>
                    <a:lnTo>
                      <a:pt x="96455" y="1799"/>
                    </a:lnTo>
                    <a:lnTo>
                      <a:pt x="95556" y="1274"/>
                    </a:lnTo>
                    <a:lnTo>
                      <a:pt x="94657" y="824"/>
                    </a:lnTo>
                    <a:lnTo>
                      <a:pt x="93682" y="450"/>
                    </a:lnTo>
                    <a:lnTo>
                      <a:pt x="92708" y="225"/>
                    </a:lnTo>
                    <a:lnTo>
                      <a:pt x="91659" y="75"/>
                    </a:lnTo>
                    <a:lnTo>
                      <a:pt x="90610" y="0"/>
                    </a:lnTo>
                    <a:close/>
                  </a:path>
                </a:pathLst>
              </a:custGeom>
              <a:solidFill>
                <a:srgbClr val="6e86b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91440" bIns="9144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788" name="Google Shape;786;p15"/>
              <p:cNvSpPr/>
              <p:nvPr/>
            </p:nvSpPr>
            <p:spPr>
              <a:xfrm>
                <a:off x="6909840" y="4118400"/>
                <a:ext cx="477360" cy="129960"/>
              </a:xfrm>
              <a:custGeom>
                <a:avLst/>
                <a:gdLst>
                  <a:gd name="textAreaLeft" fmla="*/ 0 w 477360"/>
                  <a:gd name="textAreaRight" fmla="*/ 478800 w 477360"/>
                  <a:gd name="textAreaTop" fmla="*/ 0 h 129960"/>
                  <a:gd name="textAreaBottom" fmla="*/ 131400 h 129960"/>
                </a:gdLst>
                <a:ahLst/>
                <a:rect l="textAreaLeft" t="textAreaTop" r="textAreaRight" b="textAreaBottom"/>
                <a:pathLst>
                  <a:path w="20162" h="7196">
                    <a:moveTo>
                      <a:pt x="3598" y="0"/>
                    </a:moveTo>
                    <a:lnTo>
                      <a:pt x="2849" y="75"/>
                    </a:lnTo>
                    <a:lnTo>
                      <a:pt x="2174" y="300"/>
                    </a:lnTo>
                    <a:lnTo>
                      <a:pt x="1575" y="600"/>
                    </a:lnTo>
                    <a:lnTo>
                      <a:pt x="1050" y="1050"/>
                    </a:lnTo>
                    <a:lnTo>
                      <a:pt x="600" y="1574"/>
                    </a:lnTo>
                    <a:lnTo>
                      <a:pt x="301" y="2174"/>
                    </a:lnTo>
                    <a:lnTo>
                      <a:pt x="76" y="2848"/>
                    </a:lnTo>
                    <a:lnTo>
                      <a:pt x="1" y="3598"/>
                    </a:lnTo>
                    <a:lnTo>
                      <a:pt x="76" y="4347"/>
                    </a:lnTo>
                    <a:lnTo>
                      <a:pt x="301" y="5022"/>
                    </a:lnTo>
                    <a:lnTo>
                      <a:pt x="600" y="5621"/>
                    </a:lnTo>
                    <a:lnTo>
                      <a:pt x="1050" y="6146"/>
                    </a:lnTo>
                    <a:lnTo>
                      <a:pt x="1575" y="6596"/>
                    </a:lnTo>
                    <a:lnTo>
                      <a:pt x="2174" y="6896"/>
                    </a:lnTo>
                    <a:lnTo>
                      <a:pt x="2849" y="7120"/>
                    </a:lnTo>
                    <a:lnTo>
                      <a:pt x="3598" y="7195"/>
                    </a:lnTo>
                    <a:lnTo>
                      <a:pt x="16639" y="7195"/>
                    </a:lnTo>
                    <a:lnTo>
                      <a:pt x="17313" y="7120"/>
                    </a:lnTo>
                    <a:lnTo>
                      <a:pt x="17988" y="6896"/>
                    </a:lnTo>
                    <a:lnTo>
                      <a:pt x="18587" y="6596"/>
                    </a:lnTo>
                    <a:lnTo>
                      <a:pt x="19112" y="6146"/>
                    </a:lnTo>
                    <a:lnTo>
                      <a:pt x="19562" y="5621"/>
                    </a:lnTo>
                    <a:lnTo>
                      <a:pt x="19861" y="5022"/>
                    </a:lnTo>
                    <a:lnTo>
                      <a:pt x="20086" y="4347"/>
                    </a:lnTo>
                    <a:lnTo>
                      <a:pt x="20161" y="3598"/>
                    </a:lnTo>
                    <a:lnTo>
                      <a:pt x="20086" y="2848"/>
                    </a:lnTo>
                    <a:lnTo>
                      <a:pt x="19861" y="2174"/>
                    </a:lnTo>
                    <a:lnTo>
                      <a:pt x="19562" y="1574"/>
                    </a:lnTo>
                    <a:lnTo>
                      <a:pt x="19112" y="1050"/>
                    </a:lnTo>
                    <a:lnTo>
                      <a:pt x="18587" y="600"/>
                    </a:lnTo>
                    <a:lnTo>
                      <a:pt x="17988" y="300"/>
                    </a:lnTo>
                    <a:lnTo>
                      <a:pt x="17313" y="75"/>
                    </a:lnTo>
                    <a:lnTo>
                      <a:pt x="16639" y="0"/>
                    </a:lnTo>
                    <a:close/>
                  </a:path>
                </a:pathLst>
              </a:custGeom>
              <a:solidFill>
                <a:srgbClr val="00041c">
                  <a:alpha val="18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65520" bIns="6552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789" name="Google Shape;787;p15"/>
              <p:cNvSpPr/>
              <p:nvPr/>
            </p:nvSpPr>
            <p:spPr>
              <a:xfrm>
                <a:off x="6388200" y="671400"/>
                <a:ext cx="92880" cy="70920"/>
              </a:xfrm>
              <a:custGeom>
                <a:avLst/>
                <a:gdLst>
                  <a:gd name="textAreaLeft" fmla="*/ 0 w 92880"/>
                  <a:gd name="textAreaRight" fmla="*/ 94320 w 92880"/>
                  <a:gd name="textAreaTop" fmla="*/ 0 h 70920"/>
                  <a:gd name="textAreaBottom" fmla="*/ 72360 h 70920"/>
                </a:gdLst>
                <a:ahLst/>
                <a:rect l="textAreaLeft" t="textAreaTop" r="textAreaRight" b="textAreaBottom"/>
                <a:pathLst>
                  <a:path w="3973" h="3973">
                    <a:moveTo>
                      <a:pt x="2024" y="1"/>
                    </a:moveTo>
                    <a:lnTo>
                      <a:pt x="1575" y="76"/>
                    </a:lnTo>
                    <a:lnTo>
                      <a:pt x="1200" y="151"/>
                    </a:lnTo>
                    <a:lnTo>
                      <a:pt x="900" y="375"/>
                    </a:lnTo>
                    <a:lnTo>
                      <a:pt x="600" y="600"/>
                    </a:lnTo>
                    <a:lnTo>
                      <a:pt x="375" y="900"/>
                    </a:lnTo>
                    <a:lnTo>
                      <a:pt x="151" y="1200"/>
                    </a:lnTo>
                    <a:lnTo>
                      <a:pt x="76" y="1575"/>
                    </a:lnTo>
                    <a:lnTo>
                      <a:pt x="1" y="2024"/>
                    </a:lnTo>
                    <a:lnTo>
                      <a:pt x="76" y="2399"/>
                    </a:lnTo>
                    <a:lnTo>
                      <a:pt x="151" y="2774"/>
                    </a:lnTo>
                    <a:lnTo>
                      <a:pt x="375" y="3073"/>
                    </a:lnTo>
                    <a:lnTo>
                      <a:pt x="600" y="3373"/>
                    </a:lnTo>
                    <a:lnTo>
                      <a:pt x="900" y="3673"/>
                    </a:lnTo>
                    <a:lnTo>
                      <a:pt x="1200" y="3823"/>
                    </a:lnTo>
                    <a:lnTo>
                      <a:pt x="1575" y="3973"/>
                    </a:lnTo>
                    <a:lnTo>
                      <a:pt x="2399" y="3973"/>
                    </a:lnTo>
                    <a:lnTo>
                      <a:pt x="2774" y="3823"/>
                    </a:lnTo>
                    <a:lnTo>
                      <a:pt x="3073" y="3673"/>
                    </a:lnTo>
                    <a:lnTo>
                      <a:pt x="3373" y="3373"/>
                    </a:lnTo>
                    <a:lnTo>
                      <a:pt x="3598" y="3073"/>
                    </a:lnTo>
                    <a:lnTo>
                      <a:pt x="3823" y="2774"/>
                    </a:lnTo>
                    <a:lnTo>
                      <a:pt x="3898" y="2399"/>
                    </a:lnTo>
                    <a:lnTo>
                      <a:pt x="3973" y="2024"/>
                    </a:lnTo>
                    <a:lnTo>
                      <a:pt x="3898" y="1575"/>
                    </a:lnTo>
                    <a:lnTo>
                      <a:pt x="3823" y="1200"/>
                    </a:lnTo>
                    <a:lnTo>
                      <a:pt x="3598" y="900"/>
                    </a:lnTo>
                    <a:lnTo>
                      <a:pt x="3373" y="600"/>
                    </a:lnTo>
                    <a:lnTo>
                      <a:pt x="3073" y="375"/>
                    </a:lnTo>
                    <a:lnTo>
                      <a:pt x="2774" y="151"/>
                    </a:lnTo>
                    <a:lnTo>
                      <a:pt x="2399" y="76"/>
                    </a:lnTo>
                    <a:lnTo>
                      <a:pt x="2024" y="1"/>
                    </a:lnTo>
                    <a:close/>
                  </a:path>
                </a:pathLst>
              </a:custGeom>
              <a:solidFill>
                <a:srgbClr val="00041c">
                  <a:alpha val="18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36000" bIns="3600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  <p:sp>
            <p:nvSpPr>
              <p:cNvPr id="790" name="Google Shape;788;p15"/>
              <p:cNvSpPr/>
              <p:nvPr/>
            </p:nvSpPr>
            <p:spPr>
              <a:xfrm>
                <a:off x="6918840" y="679320"/>
                <a:ext cx="461520" cy="54720"/>
              </a:xfrm>
              <a:custGeom>
                <a:avLst/>
                <a:gdLst>
                  <a:gd name="textAreaLeft" fmla="*/ 0 w 461520"/>
                  <a:gd name="textAreaRight" fmla="*/ 462960 w 461520"/>
                  <a:gd name="textAreaTop" fmla="*/ 0 h 54720"/>
                  <a:gd name="textAreaBottom" fmla="*/ 56160 h 54720"/>
                </a:gdLst>
                <a:ahLst/>
                <a:rect l="textAreaLeft" t="textAreaTop" r="textAreaRight" b="textAreaBottom"/>
                <a:pathLst>
                  <a:path w="19487" h="3074">
                    <a:moveTo>
                      <a:pt x="1275" y="0"/>
                    </a:moveTo>
                    <a:lnTo>
                      <a:pt x="1050" y="75"/>
                    </a:lnTo>
                    <a:lnTo>
                      <a:pt x="750" y="150"/>
                    </a:lnTo>
                    <a:lnTo>
                      <a:pt x="525" y="300"/>
                    </a:lnTo>
                    <a:lnTo>
                      <a:pt x="375" y="450"/>
                    </a:lnTo>
                    <a:lnTo>
                      <a:pt x="225" y="675"/>
                    </a:lnTo>
                    <a:lnTo>
                      <a:pt x="75" y="975"/>
                    </a:lnTo>
                    <a:lnTo>
                      <a:pt x="1" y="1274"/>
                    </a:lnTo>
                    <a:lnTo>
                      <a:pt x="1" y="1574"/>
                    </a:lnTo>
                    <a:lnTo>
                      <a:pt x="1" y="1874"/>
                    </a:lnTo>
                    <a:lnTo>
                      <a:pt x="75" y="2174"/>
                    </a:lnTo>
                    <a:lnTo>
                      <a:pt x="225" y="2399"/>
                    </a:lnTo>
                    <a:lnTo>
                      <a:pt x="375" y="2623"/>
                    </a:lnTo>
                    <a:lnTo>
                      <a:pt x="525" y="2773"/>
                    </a:lnTo>
                    <a:lnTo>
                      <a:pt x="750" y="2923"/>
                    </a:lnTo>
                    <a:lnTo>
                      <a:pt x="1050" y="2998"/>
                    </a:lnTo>
                    <a:lnTo>
                      <a:pt x="1275" y="3073"/>
                    </a:lnTo>
                    <a:lnTo>
                      <a:pt x="18137" y="3073"/>
                    </a:lnTo>
                    <a:lnTo>
                      <a:pt x="18437" y="2998"/>
                    </a:lnTo>
                    <a:lnTo>
                      <a:pt x="18662" y="2923"/>
                    </a:lnTo>
                    <a:lnTo>
                      <a:pt x="18887" y="2773"/>
                    </a:lnTo>
                    <a:lnTo>
                      <a:pt x="19112" y="2623"/>
                    </a:lnTo>
                    <a:lnTo>
                      <a:pt x="19262" y="2399"/>
                    </a:lnTo>
                    <a:lnTo>
                      <a:pt x="19337" y="2174"/>
                    </a:lnTo>
                    <a:lnTo>
                      <a:pt x="19412" y="1874"/>
                    </a:lnTo>
                    <a:lnTo>
                      <a:pt x="19486" y="1574"/>
                    </a:lnTo>
                    <a:lnTo>
                      <a:pt x="19412" y="1274"/>
                    </a:lnTo>
                    <a:lnTo>
                      <a:pt x="19337" y="975"/>
                    </a:lnTo>
                    <a:lnTo>
                      <a:pt x="19262" y="675"/>
                    </a:lnTo>
                    <a:lnTo>
                      <a:pt x="19112" y="450"/>
                    </a:lnTo>
                    <a:lnTo>
                      <a:pt x="18887" y="300"/>
                    </a:lnTo>
                    <a:lnTo>
                      <a:pt x="18662" y="150"/>
                    </a:lnTo>
                    <a:lnTo>
                      <a:pt x="18437" y="75"/>
                    </a:lnTo>
                    <a:lnTo>
                      <a:pt x="18137" y="0"/>
                    </a:lnTo>
                    <a:close/>
                  </a:path>
                </a:pathLst>
              </a:custGeom>
              <a:solidFill>
                <a:srgbClr val="00041c">
                  <a:alpha val="18000"/>
                </a:srgbClr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8080" bIns="2808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  <a:ea typeface="Aria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PlaceHolder 1"/>
          <p:cNvSpPr>
            <a:spLocks noGrp="1"/>
          </p:cNvSpPr>
          <p:nvPr>
            <p:ph type="sldNum" idx="16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AA25FF0-6718-4C2D-9954-66DBDC15DB1D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92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This 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Lesso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n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Google Shape;795;p16"/>
          <p:cNvSpPr/>
          <p:nvPr/>
        </p:nvSpPr>
        <p:spPr>
          <a:xfrm>
            <a:off x="1075320" y="1200960"/>
            <a:ext cx="5010480" cy="280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Decision Trees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Random Forests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Gradient Boosting Decision Trees 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200000"/>
              </a:lnSpc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Xgboost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Google Shape;796;p16"/>
          <p:cNvSpPr/>
          <p:nvPr/>
        </p:nvSpPr>
        <p:spPr>
          <a:xfrm>
            <a:off x="499680" y="1301400"/>
            <a:ext cx="315720" cy="301680"/>
          </a:xfrm>
          <a:custGeom>
            <a:avLst/>
            <a:gdLst>
              <a:gd name="textAreaLeft" fmla="*/ 0 w 315720"/>
              <a:gd name="textAreaRight" fmla="*/ 317160 w 315720"/>
              <a:gd name="textAreaTop" fmla="*/ 0 h 301680"/>
              <a:gd name="textAreaBottom" fmla="*/ 303120 h 301680"/>
            </a:gdLst>
            <a:ahLst/>
            <a:rect l="textAreaLeft" t="textAreaTop" r="textAreaRight" b="textAreaBottom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5" name="Google Shape;797;p16"/>
          <p:cNvSpPr/>
          <p:nvPr/>
        </p:nvSpPr>
        <p:spPr>
          <a:xfrm>
            <a:off x="499680" y="2011680"/>
            <a:ext cx="315720" cy="301680"/>
          </a:xfrm>
          <a:custGeom>
            <a:avLst/>
            <a:gdLst>
              <a:gd name="textAreaLeft" fmla="*/ 0 w 315720"/>
              <a:gd name="textAreaRight" fmla="*/ 317160 w 315720"/>
              <a:gd name="textAreaTop" fmla="*/ 0 h 301680"/>
              <a:gd name="textAreaBottom" fmla="*/ 303120 h 301680"/>
            </a:gdLst>
            <a:ahLst/>
            <a:rect l="textAreaLeft" t="textAreaTop" r="textAreaRight" b="textAreaBottom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96" name="Google Shape;798;p16"/>
          <p:cNvSpPr/>
          <p:nvPr/>
        </p:nvSpPr>
        <p:spPr>
          <a:xfrm>
            <a:off x="499680" y="2763000"/>
            <a:ext cx="315720" cy="301680"/>
          </a:xfrm>
          <a:custGeom>
            <a:avLst/>
            <a:gdLst>
              <a:gd name="textAreaLeft" fmla="*/ 0 w 315720"/>
              <a:gd name="textAreaRight" fmla="*/ 317160 w 315720"/>
              <a:gd name="textAreaTop" fmla="*/ 0 h 301680"/>
              <a:gd name="textAreaBottom" fmla="*/ 303120 h 301680"/>
            </a:gdLst>
            <a:ahLst/>
            <a:rect l="textAreaLeft" t="textAreaTop" r="textAreaRight" b="textAreaBottom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797" name="Google Shape;800;p16"/>
          <p:cNvSpPr/>
          <p:nvPr/>
        </p:nvSpPr>
        <p:spPr>
          <a:xfrm>
            <a:off x="499680" y="3534120"/>
            <a:ext cx="315720" cy="301680"/>
          </a:xfrm>
          <a:custGeom>
            <a:avLst/>
            <a:gdLst>
              <a:gd name="textAreaLeft" fmla="*/ 0 w 315720"/>
              <a:gd name="textAreaRight" fmla="*/ 317160 w 315720"/>
              <a:gd name="textAreaTop" fmla="*/ 0 h 301680"/>
              <a:gd name="textAreaBottom" fmla="*/ 303120 h 301680"/>
            </a:gdLst>
            <a:ahLst/>
            <a:rect l="textAreaLeft" t="textAreaTop" r="textAreaRight" b="textAreaBottom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5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Decisi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on 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Trees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PlaceHolder 2"/>
          <p:cNvSpPr>
            <a:spLocks noGrp="1"/>
          </p:cNvSpPr>
          <p:nvPr>
            <p:ph type="sldNum" idx="17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15094A1-9E1F-432D-9F7A-3F97A9A74199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0" name="Google Shape;807;p17"/>
          <p:cNvSpPr/>
          <p:nvPr/>
        </p:nvSpPr>
        <p:spPr>
          <a:xfrm>
            <a:off x="739800" y="760680"/>
            <a:ext cx="7845480" cy="8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Learns the series of explicit if-then rules on feature values that result in a decision that predicts the target value.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1" name="Google Shape;808;p17" descr=""/>
          <p:cNvPicPr/>
          <p:nvPr/>
        </p:nvPicPr>
        <p:blipFill>
          <a:blip r:embed="rId1"/>
          <a:stretch/>
        </p:blipFill>
        <p:spPr>
          <a:xfrm>
            <a:off x="1422720" y="1619640"/>
            <a:ext cx="6176880" cy="299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Decisi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on 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Trees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PlaceHolder 2"/>
          <p:cNvSpPr>
            <a:spLocks noGrp="1"/>
          </p:cNvSpPr>
          <p:nvPr>
            <p:ph type="sldNum" idx="18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B619C39-2478-4B9B-A57E-E2E4E4F82F7E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04" name="Google Shape;815;p18"/>
          <p:cNvSpPr/>
          <p:nvPr/>
        </p:nvSpPr>
        <p:spPr>
          <a:xfrm>
            <a:off x="739800" y="802800"/>
            <a:ext cx="78454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Questions are prioritized by importance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05" name="Google Shape;816;p18" descr=""/>
          <p:cNvPicPr/>
          <p:nvPr/>
        </p:nvPicPr>
        <p:blipFill>
          <a:blip r:embed="rId1"/>
          <a:stretch/>
        </p:blipFill>
        <p:spPr>
          <a:xfrm>
            <a:off x="1415160" y="1617120"/>
            <a:ext cx="6176880" cy="307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sldNum" idx="19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585B9B0-F876-430F-B4A2-A76B0E3B7220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07" name="Google Shape;822;p19" descr=""/>
          <p:cNvPicPr/>
          <p:nvPr/>
        </p:nvPicPr>
        <p:blipFill>
          <a:blip r:embed="rId1"/>
          <a:stretch/>
        </p:blipFill>
        <p:spPr>
          <a:xfrm>
            <a:off x="1125720" y="839880"/>
            <a:ext cx="6799680" cy="3259800"/>
          </a:xfrm>
          <a:prstGeom prst="rect">
            <a:avLst/>
          </a:prstGeom>
          <a:ln w="0">
            <a:noFill/>
          </a:ln>
        </p:spPr>
      </p:pic>
      <p:sp>
        <p:nvSpPr>
          <p:cNvPr id="808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D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e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ci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si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o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n 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Tr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e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e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s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Google Shape;824;p19"/>
          <p:cNvSpPr/>
          <p:nvPr/>
        </p:nvSpPr>
        <p:spPr>
          <a:xfrm>
            <a:off x="541800" y="4138920"/>
            <a:ext cx="7845480" cy="89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Supervised algorithm allows to learn the rules automatically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/>
          </p:nvPr>
        </p:nvSpPr>
        <p:spPr>
          <a:xfrm>
            <a:off x="1386000" y="873360"/>
            <a:ext cx="5403600" cy="3971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For linear regression: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Iris Data Set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sldNum" idx="20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109D17A-C9DE-415F-9222-D41E4778DF71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813" name="Google Shape;832;p20" descr=""/>
          <p:cNvPicPr/>
          <p:nvPr/>
        </p:nvPicPr>
        <p:blipFill>
          <a:blip r:embed="rId1"/>
          <a:stretch/>
        </p:blipFill>
        <p:spPr>
          <a:xfrm>
            <a:off x="1514880" y="3101400"/>
            <a:ext cx="1663200" cy="1663200"/>
          </a:xfrm>
          <a:prstGeom prst="rect">
            <a:avLst/>
          </a:prstGeom>
          <a:ln w="0">
            <a:noFill/>
          </a:ln>
        </p:spPr>
      </p:pic>
      <p:pic>
        <p:nvPicPr>
          <p:cNvPr id="814" name="Google Shape;833;p20" descr=""/>
          <p:cNvPicPr/>
          <p:nvPr/>
        </p:nvPicPr>
        <p:blipFill>
          <a:blip r:embed="rId2"/>
          <a:stretch/>
        </p:blipFill>
        <p:spPr>
          <a:xfrm>
            <a:off x="3266280" y="3101400"/>
            <a:ext cx="1540080" cy="1663200"/>
          </a:xfrm>
          <a:prstGeom prst="rect">
            <a:avLst/>
          </a:prstGeom>
          <a:ln w="0">
            <a:noFill/>
          </a:ln>
        </p:spPr>
      </p:pic>
      <p:pic>
        <p:nvPicPr>
          <p:cNvPr id="815" name="Google Shape;834;p20" descr=""/>
          <p:cNvPicPr/>
          <p:nvPr/>
        </p:nvPicPr>
        <p:blipFill>
          <a:blip r:embed="rId3"/>
          <a:stretch/>
        </p:blipFill>
        <p:spPr>
          <a:xfrm>
            <a:off x="4905720" y="3101400"/>
            <a:ext cx="1800360" cy="1663200"/>
          </a:xfrm>
          <a:prstGeom prst="rect">
            <a:avLst/>
          </a:prstGeom>
          <a:ln w="0">
            <a:noFill/>
          </a:ln>
        </p:spPr>
      </p:pic>
      <p:pic>
        <p:nvPicPr>
          <p:cNvPr id="816" name="Google Shape;835;p20" descr=""/>
          <p:cNvPicPr/>
          <p:nvPr/>
        </p:nvPicPr>
        <p:blipFill>
          <a:blip r:embed="rId4"/>
          <a:stretch/>
        </p:blipFill>
        <p:spPr>
          <a:xfrm>
            <a:off x="1386000" y="873360"/>
            <a:ext cx="5403600" cy="2020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40;p21" descr=""/>
          <p:cNvPicPr/>
          <p:nvPr/>
        </p:nvPicPr>
        <p:blipFill>
          <a:blip r:embed="rId1"/>
          <a:stretch/>
        </p:blipFill>
        <p:spPr>
          <a:xfrm>
            <a:off x="474480" y="492480"/>
            <a:ext cx="4743360" cy="4125600"/>
          </a:xfrm>
          <a:prstGeom prst="rect">
            <a:avLst/>
          </a:prstGeom>
          <a:ln w="0">
            <a:noFill/>
          </a:ln>
        </p:spPr>
      </p:pic>
      <p:sp>
        <p:nvSpPr>
          <p:cNvPr id="818" name="PlaceHolder 1"/>
          <p:cNvSpPr>
            <a:spLocks noGrp="1"/>
          </p:cNvSpPr>
          <p:nvPr>
            <p:ph type="sldNum" idx="21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ADD01E9-6874-420A-A615-D1607DEE5E9A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9" name="PlaceHolder 2"/>
          <p:cNvSpPr>
            <a:spLocks noGrp="1"/>
          </p:cNvSpPr>
          <p:nvPr>
            <p:ph type="title"/>
          </p:nvPr>
        </p:nvSpPr>
        <p:spPr>
          <a:xfrm>
            <a:off x="5348880" y="292320"/>
            <a:ext cx="3506040" cy="115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Decision Trees Splits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0" name="Google Shape;843;p21"/>
          <p:cNvSpPr/>
          <p:nvPr/>
        </p:nvSpPr>
        <p:spPr>
          <a:xfrm>
            <a:off x="1080360" y="684720"/>
            <a:ext cx="265392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21" name="Google Shape;844;p21"/>
          <p:cNvSpPr/>
          <p:nvPr/>
        </p:nvSpPr>
        <p:spPr>
          <a:xfrm>
            <a:off x="2244600" y="2138400"/>
            <a:ext cx="225072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2" name="Google Shape;849;p22" descr=""/>
          <p:cNvPicPr/>
          <p:nvPr/>
        </p:nvPicPr>
        <p:blipFill>
          <a:blip r:embed="rId1"/>
          <a:stretch/>
        </p:blipFill>
        <p:spPr>
          <a:xfrm>
            <a:off x="575280" y="536040"/>
            <a:ext cx="4743360" cy="4125600"/>
          </a:xfrm>
          <a:prstGeom prst="rect">
            <a:avLst/>
          </a:prstGeom>
          <a:ln w="0">
            <a:noFill/>
          </a:ln>
        </p:spPr>
      </p:pic>
      <p:sp>
        <p:nvSpPr>
          <p:cNvPr id="823" name="PlaceHolder 1"/>
          <p:cNvSpPr>
            <a:spLocks noGrp="1"/>
          </p:cNvSpPr>
          <p:nvPr>
            <p:ph type="sldNum" idx="22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83F9F2D-3427-4167-8CD1-79181020E8FC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24" name="PlaceHolder 2"/>
          <p:cNvSpPr>
            <a:spLocks noGrp="1"/>
          </p:cNvSpPr>
          <p:nvPr>
            <p:ph type="title"/>
          </p:nvPr>
        </p:nvSpPr>
        <p:spPr>
          <a:xfrm>
            <a:off x="5348880" y="292320"/>
            <a:ext cx="3506040" cy="115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Informativeness Of  Splits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5" name="Google Shape;852;p22"/>
          <p:cNvSpPr/>
          <p:nvPr/>
        </p:nvSpPr>
        <p:spPr>
          <a:xfrm>
            <a:off x="1378080" y="1269720"/>
            <a:ext cx="225072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26" name="Google Shape;853;p22"/>
          <p:cNvSpPr/>
          <p:nvPr/>
        </p:nvSpPr>
        <p:spPr>
          <a:xfrm>
            <a:off x="2375280" y="2754000"/>
            <a:ext cx="225072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27" name="Google Shape;854;p22"/>
          <p:cNvSpPr/>
          <p:nvPr/>
        </p:nvSpPr>
        <p:spPr>
          <a:xfrm>
            <a:off x="1821240" y="4048200"/>
            <a:ext cx="157248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28" name="Google Shape;855;p22"/>
          <p:cNvSpPr/>
          <p:nvPr/>
        </p:nvSpPr>
        <p:spPr>
          <a:xfrm>
            <a:off x="3508560" y="4048200"/>
            <a:ext cx="160884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29" name="Google Shape;856;p22"/>
          <p:cNvSpPr/>
          <p:nvPr/>
        </p:nvSpPr>
        <p:spPr>
          <a:xfrm>
            <a:off x="702000" y="2658960"/>
            <a:ext cx="157248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0" name="Google Shape;861;p23" descr=""/>
          <p:cNvPicPr/>
          <p:nvPr/>
        </p:nvPicPr>
        <p:blipFill>
          <a:blip r:embed="rId1"/>
          <a:stretch/>
        </p:blipFill>
        <p:spPr>
          <a:xfrm>
            <a:off x="575280" y="536040"/>
            <a:ext cx="4743360" cy="4125600"/>
          </a:xfrm>
          <a:prstGeom prst="rect">
            <a:avLst/>
          </a:prstGeom>
          <a:ln w="0">
            <a:noFill/>
          </a:ln>
        </p:spPr>
      </p:pic>
      <p:sp>
        <p:nvSpPr>
          <p:cNvPr id="831" name="PlaceHolder 1"/>
          <p:cNvSpPr>
            <a:spLocks noGrp="1"/>
          </p:cNvSpPr>
          <p:nvPr>
            <p:ph type="sldNum" idx="23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9E4F33E-D7CF-4283-BEA3-D20947C6B1E5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32" name="PlaceHolder 2"/>
          <p:cNvSpPr>
            <a:spLocks noGrp="1"/>
          </p:cNvSpPr>
          <p:nvPr>
            <p:ph type="title"/>
          </p:nvPr>
        </p:nvSpPr>
        <p:spPr>
          <a:xfrm>
            <a:off x="5348880" y="292320"/>
            <a:ext cx="3506040" cy="1151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Measure of uncertainty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Google Shape;864;p23"/>
          <p:cNvSpPr/>
          <p:nvPr/>
        </p:nvSpPr>
        <p:spPr>
          <a:xfrm>
            <a:off x="1320840" y="916920"/>
            <a:ext cx="225072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34" name="Google Shape;865;p23"/>
          <p:cNvSpPr/>
          <p:nvPr/>
        </p:nvSpPr>
        <p:spPr>
          <a:xfrm>
            <a:off x="2399760" y="2377440"/>
            <a:ext cx="225072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35" name="Google Shape;866;p23"/>
          <p:cNvSpPr/>
          <p:nvPr/>
        </p:nvSpPr>
        <p:spPr>
          <a:xfrm>
            <a:off x="1821240" y="3679200"/>
            <a:ext cx="157248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36" name="Google Shape;867;p23"/>
          <p:cNvSpPr/>
          <p:nvPr/>
        </p:nvSpPr>
        <p:spPr>
          <a:xfrm>
            <a:off x="3525120" y="3679200"/>
            <a:ext cx="160884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837" name="Google Shape;868;p23"/>
          <p:cNvSpPr/>
          <p:nvPr/>
        </p:nvSpPr>
        <p:spPr>
          <a:xfrm>
            <a:off x="751320" y="2297880"/>
            <a:ext cx="1572480" cy="28008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8" name="Google Shape;873;p24" descr=""/>
          <p:cNvPicPr/>
          <p:nvPr/>
        </p:nvPicPr>
        <p:blipFill>
          <a:blip r:embed="rId1"/>
          <a:stretch/>
        </p:blipFill>
        <p:spPr>
          <a:xfrm>
            <a:off x="2258640" y="1240200"/>
            <a:ext cx="4103280" cy="2991960"/>
          </a:xfrm>
          <a:prstGeom prst="rect">
            <a:avLst/>
          </a:prstGeom>
          <a:ln w="0">
            <a:noFill/>
          </a:ln>
        </p:spPr>
      </p:pic>
      <p:sp>
        <p:nvSpPr>
          <p:cNvPr id="839" name="PlaceHolder 1"/>
          <p:cNvSpPr>
            <a:spLocks noGrp="1"/>
          </p:cNvSpPr>
          <p:nvPr>
            <p:ph type="sldNum" idx="24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41962E5-57CA-4865-8263-A5F1E1574C19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0" name="PlaceHolder 2"/>
          <p:cNvSpPr>
            <a:spLocks noGrp="1"/>
          </p:cNvSpPr>
          <p:nvPr>
            <p:ph/>
          </p:nvPr>
        </p:nvSpPr>
        <p:spPr>
          <a:xfrm>
            <a:off x="553680" y="280800"/>
            <a:ext cx="803520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Pure and mixed nodes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Google Shape;876;p24"/>
          <p:cNvSpPr/>
          <p:nvPr/>
        </p:nvSpPr>
        <p:spPr>
          <a:xfrm>
            <a:off x="730440" y="2800080"/>
            <a:ext cx="1847520" cy="1375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 w="28575">
            <a:solidFill>
              <a:srgbClr val="4a8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Pure Node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2" name="Google Shape;877;p24"/>
          <p:cNvSpPr/>
          <p:nvPr/>
        </p:nvSpPr>
        <p:spPr>
          <a:xfrm flipH="1">
            <a:off x="6107760" y="2800080"/>
            <a:ext cx="1886040" cy="13759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fefef"/>
          </a:solidFill>
          <a:ln w="28575">
            <a:solidFill>
              <a:srgbClr val="4a86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Arial"/>
                <a:ea typeface="Arial"/>
              </a:rPr>
              <a:t>Mixed Node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PlaceHolder 1"/>
          <p:cNvSpPr>
            <a:spLocks noGrp="1"/>
          </p:cNvSpPr>
          <p:nvPr>
            <p:ph type="sldNum" idx="25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AE1C43D-75C9-460B-A227-C04F73F741C0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4" name="PlaceHolder 2"/>
          <p:cNvSpPr>
            <a:spLocks noGrp="1"/>
          </p:cNvSpPr>
          <p:nvPr>
            <p:ph type="title"/>
          </p:nvPr>
        </p:nvSpPr>
        <p:spPr>
          <a:xfrm>
            <a:off x="5348880" y="292320"/>
            <a:ext cx="3506040" cy="131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Unrestricted Learning: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Continue splitting until all nodes are pure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5" name="Google Shape;884;p25" descr=""/>
          <p:cNvPicPr/>
          <p:nvPr/>
        </p:nvPicPr>
        <p:blipFill>
          <a:blip r:embed="rId1"/>
          <a:stretch/>
        </p:blipFill>
        <p:spPr>
          <a:xfrm>
            <a:off x="228600" y="245880"/>
            <a:ext cx="4483800" cy="4325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PlaceHolder 1"/>
          <p:cNvSpPr>
            <a:spLocks noGrp="1"/>
          </p:cNvSpPr>
          <p:nvPr>
            <p:ph/>
          </p:nvPr>
        </p:nvSpPr>
        <p:spPr>
          <a:xfrm>
            <a:off x="526320" y="1224360"/>
            <a:ext cx="8089920" cy="3461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For linear regression: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7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Decision Trees Overfitting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8" name="PlaceHolder 3"/>
          <p:cNvSpPr>
            <a:spLocks noGrp="1"/>
          </p:cNvSpPr>
          <p:nvPr>
            <p:ph type="sldNum" idx="26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79E6CF2-3377-4037-88C9-69865173DF2F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49" name="Google Shape;892;p26"/>
          <p:cNvSpPr/>
          <p:nvPr/>
        </p:nvSpPr>
        <p:spPr>
          <a:xfrm>
            <a:off x="840240" y="776520"/>
            <a:ext cx="7845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Pruning: Stop the splitting at configured max_depth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0" name="Google Shape;893;p26" descr=""/>
          <p:cNvPicPr/>
          <p:nvPr/>
        </p:nvPicPr>
        <p:blipFill>
          <a:blip r:embed="rId1"/>
          <a:stretch/>
        </p:blipFill>
        <p:spPr>
          <a:xfrm>
            <a:off x="2600640" y="1580040"/>
            <a:ext cx="2603880" cy="2264400"/>
          </a:xfrm>
          <a:prstGeom prst="rect">
            <a:avLst/>
          </a:prstGeom>
          <a:ln w="0">
            <a:noFill/>
          </a:ln>
        </p:spPr>
      </p:pic>
      <p:sp>
        <p:nvSpPr>
          <p:cNvPr id="851" name="Google Shape;894;p26"/>
          <p:cNvSpPr/>
          <p:nvPr/>
        </p:nvSpPr>
        <p:spPr>
          <a:xfrm>
            <a:off x="689040" y="2867760"/>
            <a:ext cx="1877040" cy="170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max_depth = 1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 </a:t>
            </a: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train accuracy= 66.071%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 </a:t>
            </a: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test accuracy= 68.421%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max_depth = 2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 </a:t>
            </a: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train accuracy= 96.429%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 </a:t>
            </a: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test accuracy= 94.737%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max_depth = 3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</a:t>
            </a: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train accuracy= 98.214%</a:t>
            </a:r>
            <a:br>
              <a:rPr sz="1050"/>
            </a:b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test accuracy= 97.368%</a:t>
            </a:r>
            <a:br>
              <a:rPr sz="1050"/>
            </a:b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br>
              <a:rPr sz="1050"/>
            </a:b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2" name="Google Shape;895;p26"/>
          <p:cNvSpPr/>
          <p:nvPr/>
        </p:nvSpPr>
        <p:spPr>
          <a:xfrm>
            <a:off x="526320" y="1148760"/>
            <a:ext cx="806976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Titillium Web"/>
                <a:ea typeface="Titillium Web"/>
              </a:rPr>
              <a:t>    </a:t>
            </a:r>
            <a:r>
              <a:rPr b="0" lang="en" sz="1800" spc="-1" strike="noStrike">
                <a:solidFill>
                  <a:srgbClr val="000000"/>
                </a:solidFill>
                <a:latin typeface="Titillium Web"/>
                <a:ea typeface="Titillium Web"/>
              </a:rPr>
              <a:t>max_depth = 1</a:t>
            </a:r>
            <a:r>
              <a:rPr b="0" lang="en" sz="1800" spc="-1" strike="noStrike">
                <a:solidFill>
                  <a:srgbClr val="000000"/>
                </a:solidFill>
                <a:latin typeface="Titillium Web"/>
                <a:ea typeface="Titillium Web"/>
              </a:rPr>
              <a:t>	</a:t>
            </a:r>
            <a:r>
              <a:rPr b="0" lang="en" sz="1800" spc="-1" strike="noStrike">
                <a:solidFill>
                  <a:srgbClr val="000000"/>
                </a:solidFill>
                <a:latin typeface="Titillium Web"/>
                <a:ea typeface="Titillium Web"/>
              </a:rPr>
              <a:t>          </a:t>
            </a:r>
            <a:r>
              <a:rPr b="0" lang="en" sz="1800" spc="-1" strike="noStrike">
                <a:solidFill>
                  <a:schemeClr val="dk1"/>
                </a:solidFill>
                <a:latin typeface="Titillium Web"/>
                <a:ea typeface="Titillium Web"/>
              </a:rPr>
              <a:t>max_depth = 2                  max_depth = 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3" name="Google Shape;896;p26" descr=""/>
          <p:cNvPicPr/>
          <p:nvPr/>
        </p:nvPicPr>
        <p:blipFill>
          <a:blip r:embed="rId2"/>
          <a:stretch/>
        </p:blipFill>
        <p:spPr>
          <a:xfrm>
            <a:off x="684720" y="1645560"/>
            <a:ext cx="1733760" cy="1285920"/>
          </a:xfrm>
          <a:prstGeom prst="rect">
            <a:avLst/>
          </a:prstGeom>
          <a:ln w="0">
            <a:noFill/>
          </a:ln>
        </p:spPr>
      </p:pic>
      <p:sp>
        <p:nvSpPr>
          <p:cNvPr id="854" name="Google Shape;897;p26"/>
          <p:cNvSpPr/>
          <p:nvPr/>
        </p:nvSpPr>
        <p:spPr>
          <a:xfrm>
            <a:off x="2720160" y="3845880"/>
            <a:ext cx="2417040" cy="79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Unrestricted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</a:t>
            </a: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train accuracy= 100.000%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</a:t>
            </a: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test accuracy= 94.737%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55" name="Google Shape;898;p26" descr=""/>
          <p:cNvPicPr/>
          <p:nvPr/>
        </p:nvPicPr>
        <p:blipFill>
          <a:blip r:embed="rId3"/>
          <a:stretch/>
        </p:blipFill>
        <p:spPr>
          <a:xfrm>
            <a:off x="5194800" y="1645560"/>
            <a:ext cx="3354840" cy="262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PlaceHolder 1"/>
          <p:cNvSpPr>
            <a:spLocks noGrp="1"/>
          </p:cNvSpPr>
          <p:nvPr>
            <p:ph/>
          </p:nvPr>
        </p:nvSpPr>
        <p:spPr>
          <a:xfrm>
            <a:off x="723960" y="1270440"/>
            <a:ext cx="7568640" cy="3339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For linear regression: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7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Decision Trees Overfitting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PlaceHolder 3"/>
          <p:cNvSpPr>
            <a:spLocks noGrp="1"/>
          </p:cNvSpPr>
          <p:nvPr>
            <p:ph type="sldNum" idx="27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9D197C4-6F34-4B9E-B529-93F1AD51EE65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59" name="Google Shape;906;p27"/>
          <p:cNvSpPr/>
          <p:nvPr/>
        </p:nvSpPr>
        <p:spPr>
          <a:xfrm>
            <a:off x="739800" y="776160"/>
            <a:ext cx="78454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Limit the number of leaf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Google Shape;907;p27"/>
          <p:cNvSpPr/>
          <p:nvPr/>
        </p:nvSpPr>
        <p:spPr>
          <a:xfrm>
            <a:off x="723960" y="1284480"/>
            <a:ext cx="80136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Titillium Web"/>
                <a:ea typeface="Titillium Web"/>
              </a:rPr>
              <a:t>max_leaf_nodes </a:t>
            </a:r>
            <a:r>
              <a:rPr b="0" lang="en" sz="1800" spc="-1" strike="noStrike">
                <a:solidFill>
                  <a:srgbClr val="000000"/>
                </a:solidFill>
                <a:latin typeface="Titillium Web"/>
                <a:ea typeface="Titillium Web"/>
              </a:rPr>
              <a:t>= 2    </a:t>
            </a:r>
            <a:r>
              <a:rPr b="0" lang="en" sz="1800" spc="-1" strike="noStrike">
                <a:solidFill>
                  <a:srgbClr val="000000"/>
                </a:solidFill>
                <a:latin typeface="Titillium Web"/>
                <a:ea typeface="Titillium Web"/>
              </a:rPr>
              <a:t>	</a:t>
            </a:r>
            <a:r>
              <a:rPr b="0" lang="en" sz="1800" spc="-1" strike="noStrike">
                <a:solidFill>
                  <a:schemeClr val="dk1"/>
                </a:solidFill>
                <a:latin typeface="Titillium Web"/>
                <a:ea typeface="Titillium Web"/>
              </a:rPr>
              <a:t>max_leaf_nodes = 3</a:t>
            </a:r>
            <a:r>
              <a:rPr b="0" lang="uk-UA" sz="1800" spc="-1" strike="noStrike">
                <a:solidFill>
                  <a:schemeClr val="dk1"/>
                </a:solidFill>
                <a:latin typeface="Titillium Web"/>
                <a:ea typeface="Titillium Web"/>
              </a:rPr>
              <a:t>    </a:t>
            </a:r>
            <a:r>
              <a:rPr b="0" lang="en" sz="1800" spc="-1" strike="noStrike">
                <a:solidFill>
                  <a:schemeClr val="dk1"/>
                </a:solidFill>
                <a:latin typeface="Titillium Web"/>
                <a:ea typeface="Titillium Web"/>
              </a:rPr>
              <a:t>max_leaf_nodes = 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1" name="Google Shape;908;p27"/>
          <p:cNvSpPr/>
          <p:nvPr/>
        </p:nvSpPr>
        <p:spPr>
          <a:xfrm>
            <a:off x="963000" y="3165480"/>
            <a:ext cx="2459520" cy="12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Unrestricted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</a:t>
            </a: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train accuracy= 100.000%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</a:t>
            </a: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test accuracy= 94.737%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max_leaf_nodes=4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</a:t>
            </a: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train accuracy= 98.214%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   </a:t>
            </a:r>
            <a:r>
              <a:rPr b="0" lang="en" sz="1050" spc="-1" strike="noStrik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</a:rPr>
              <a:t>test accuracy= 97.368%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62" name="Google Shape;909;p27" descr=""/>
          <p:cNvPicPr/>
          <p:nvPr/>
        </p:nvPicPr>
        <p:blipFill>
          <a:blip r:embed="rId1"/>
          <a:stretch/>
        </p:blipFill>
        <p:spPr>
          <a:xfrm>
            <a:off x="885240" y="1687680"/>
            <a:ext cx="2082960" cy="1518480"/>
          </a:xfrm>
          <a:prstGeom prst="rect">
            <a:avLst/>
          </a:prstGeom>
          <a:ln w="0">
            <a:noFill/>
          </a:ln>
        </p:spPr>
      </p:pic>
      <p:pic>
        <p:nvPicPr>
          <p:cNvPr id="863" name="Google Shape;910;p27" descr=""/>
          <p:cNvPicPr/>
          <p:nvPr/>
        </p:nvPicPr>
        <p:blipFill>
          <a:blip r:embed="rId2"/>
          <a:stretch/>
        </p:blipFill>
        <p:spPr>
          <a:xfrm>
            <a:off x="3050280" y="1687680"/>
            <a:ext cx="2522160" cy="2193480"/>
          </a:xfrm>
          <a:prstGeom prst="rect">
            <a:avLst/>
          </a:prstGeom>
          <a:ln w="0">
            <a:noFill/>
          </a:ln>
        </p:spPr>
      </p:pic>
      <p:pic>
        <p:nvPicPr>
          <p:cNvPr id="864" name="Google Shape;911;p27" descr=""/>
          <p:cNvPicPr/>
          <p:nvPr/>
        </p:nvPicPr>
        <p:blipFill>
          <a:blip r:embed="rId3"/>
          <a:stretch/>
        </p:blipFill>
        <p:spPr>
          <a:xfrm>
            <a:off x="5654520" y="1669680"/>
            <a:ext cx="2563920" cy="289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5" name="Google Shape;916;p28" descr=""/>
          <p:cNvPicPr/>
          <p:nvPr/>
        </p:nvPicPr>
        <p:blipFill>
          <a:blip r:embed="rId1"/>
          <a:stretch/>
        </p:blipFill>
        <p:spPr>
          <a:xfrm>
            <a:off x="606960" y="821160"/>
            <a:ext cx="7837560" cy="297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Feature Importance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PlaceHolder 2"/>
          <p:cNvSpPr>
            <a:spLocks noGrp="1"/>
          </p:cNvSpPr>
          <p:nvPr>
            <p:ph type="sldNum" idx="28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C8D789F-867E-4C66-8C3A-949C264B29D0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68" name="Google Shape;923;p29"/>
          <p:cNvSpPr/>
          <p:nvPr/>
        </p:nvSpPr>
        <p:spPr>
          <a:xfrm>
            <a:off x="822600" y="4133160"/>
            <a:ext cx="351972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Unrestricted model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69" name="Google Shape;924;p29" descr=""/>
          <p:cNvPicPr/>
          <p:nvPr/>
        </p:nvPicPr>
        <p:blipFill>
          <a:blip r:embed="rId1"/>
          <a:stretch/>
        </p:blipFill>
        <p:spPr>
          <a:xfrm>
            <a:off x="814680" y="804960"/>
            <a:ext cx="4254840" cy="3326760"/>
          </a:xfrm>
          <a:prstGeom prst="rect">
            <a:avLst/>
          </a:prstGeom>
          <a:ln w="0">
            <a:noFill/>
          </a:ln>
        </p:spPr>
      </p:pic>
      <p:pic>
        <p:nvPicPr>
          <p:cNvPr id="870" name="Google Shape;925;p29" descr=""/>
          <p:cNvPicPr/>
          <p:nvPr/>
        </p:nvPicPr>
        <p:blipFill>
          <a:blip r:embed="rId2"/>
          <a:stretch/>
        </p:blipFill>
        <p:spPr>
          <a:xfrm>
            <a:off x="5063040" y="804960"/>
            <a:ext cx="3448800" cy="3326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sldNum" idx="29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752220B-3A3D-4E8C-863A-7D9AAF3FDA18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72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Algorithms to build a decision tree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Google Shape;932;p30"/>
          <p:cNvSpPr/>
          <p:nvPr/>
        </p:nvSpPr>
        <p:spPr>
          <a:xfrm>
            <a:off x="4481280" y="1103760"/>
            <a:ext cx="3729240" cy="31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3000" spc="-1" strike="noStrike">
                <a:solidFill>
                  <a:srgbClr val="6d9eeb"/>
                </a:solidFill>
                <a:latin typeface="Titillium Web"/>
                <a:ea typeface="Titillium Web"/>
              </a:rPr>
              <a:t>CART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6d9eeb"/>
                </a:solidFill>
                <a:latin typeface="Titillium Web"/>
                <a:ea typeface="Titillium Web"/>
              </a:rPr>
              <a:t>(Classification and Regression Trees)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6d9eeb"/>
                </a:solidFill>
                <a:latin typeface="Titillium Web"/>
                <a:ea typeface="Titillium Web"/>
              </a:rPr>
              <a:t>uses Gini Index (Classification) as metric.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Google Shape;933;p30"/>
          <p:cNvSpPr/>
          <p:nvPr/>
        </p:nvSpPr>
        <p:spPr>
          <a:xfrm>
            <a:off x="527040" y="1103760"/>
            <a:ext cx="3729240" cy="24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ID3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(Iterative Dichotomiser 3)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uses Entropy and Information Gain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as metrics.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Google Shape;934;p30"/>
          <p:cNvSpPr/>
          <p:nvPr/>
        </p:nvSpPr>
        <p:spPr>
          <a:xfrm>
            <a:off x="2421000" y="3713040"/>
            <a:ext cx="372924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3000" spc="-1" strike="noStrike">
                <a:solidFill>
                  <a:srgbClr val="6d9eeb"/>
                </a:solidFill>
                <a:latin typeface="Titillium Web"/>
                <a:ea typeface="Titillium Web"/>
              </a:rPr>
              <a:t>Other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PlaceHolder 1"/>
          <p:cNvSpPr>
            <a:spLocks noGrp="1"/>
          </p:cNvSpPr>
          <p:nvPr>
            <p:ph type="sldNum" idx="30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5625040-2787-407B-AB78-E5EC1EFAD3AA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graphicFrame>
        <p:nvGraphicFramePr>
          <p:cNvPr id="877" name="Google Shape;940;p31"/>
          <p:cNvGraphicFramePr/>
          <p:nvPr/>
        </p:nvGraphicFramePr>
        <p:xfrm>
          <a:off x="228600" y="41400"/>
          <a:ext cx="4799880" cy="5551200"/>
        </p:xfrm>
        <a:graphic>
          <a:graphicData uri="http://schemas.openxmlformats.org/drawingml/2006/table">
            <a:tbl>
              <a:tblPr/>
              <a:tblGrid>
                <a:gridCol w="1199880"/>
                <a:gridCol w="1199880"/>
                <a:gridCol w="1199880"/>
                <a:gridCol w="1200600"/>
              </a:tblGrid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outlook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humidity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wind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play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sunny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high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weak 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no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sunny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high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strong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no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overcast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high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weak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yes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rainy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high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weak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yes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rainy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normal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weak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yes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rainy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normal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strong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no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overcast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normal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strong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yes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sunny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high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weak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no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sunny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normal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weak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yes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rainy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normal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weak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yes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sunny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normal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strong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yes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overcast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high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strong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yes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overcast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normal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weak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yes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  <a:tr h="37008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rainy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high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strong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ea9999"/>
                          </a:solidFill>
                          <a:latin typeface="Titillium Web"/>
                          <a:ea typeface="Titillium Web"/>
                        </a:rPr>
                        <a:t>no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78" name="Google Shape;941;p31"/>
          <p:cNvGraphicFramePr/>
          <p:nvPr/>
        </p:nvGraphicFramePr>
        <p:xfrm>
          <a:off x="5257800" y="2574720"/>
          <a:ext cx="3808440" cy="740160"/>
        </p:xfrm>
        <a:graphic>
          <a:graphicData uri="http://schemas.openxmlformats.org/drawingml/2006/table">
            <a:tbl>
              <a:tblPr/>
              <a:tblGrid>
                <a:gridCol w="952200"/>
                <a:gridCol w="952200"/>
                <a:gridCol w="952200"/>
                <a:gridCol w="952200"/>
              </a:tblGrid>
              <a:tr h="34020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outlook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humidity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wind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play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</a:tr>
              <a:tr h="25704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rainy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high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weak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rgbClr val="a4c2f4"/>
                          </a:solidFill>
                          <a:latin typeface="Titillium Web"/>
                          <a:ea typeface="Titillium Web"/>
                        </a:rPr>
                        <a:t>?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79" name="Google Shape;942;p31"/>
          <p:cNvSpPr/>
          <p:nvPr/>
        </p:nvSpPr>
        <p:spPr>
          <a:xfrm>
            <a:off x="6599880" y="685800"/>
            <a:ext cx="2086560" cy="6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Training Set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Google Shape;943;p31"/>
          <p:cNvSpPr/>
          <p:nvPr/>
        </p:nvSpPr>
        <p:spPr>
          <a:xfrm>
            <a:off x="5479200" y="1828800"/>
            <a:ext cx="2315160" cy="6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New Sample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Google Shape;944;p31"/>
          <p:cNvSpPr/>
          <p:nvPr/>
        </p:nvSpPr>
        <p:spPr>
          <a:xfrm>
            <a:off x="6093000" y="502200"/>
            <a:ext cx="2593440" cy="1071360"/>
          </a:xfrm>
          <a:prstGeom prst="leftArrow">
            <a:avLst>
              <a:gd name="adj1" fmla="val 50000"/>
              <a:gd name="adj2" fmla="val 113606"/>
            </a:avLst>
          </a:prstGeom>
          <a:noFill/>
          <a:ln w="28575">
            <a:solidFill>
              <a:srgbClr val="6d9e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ID3 algorithm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PlaceHolder 2"/>
          <p:cNvSpPr>
            <a:spLocks noGrp="1"/>
          </p:cNvSpPr>
          <p:nvPr>
            <p:ph type="sldNum" idx="31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22F8CD9-0D4B-41B3-BE48-F01AD676F14B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84" name="Google Shape;951;p32"/>
          <p:cNvSpPr/>
          <p:nvPr/>
        </p:nvSpPr>
        <p:spPr>
          <a:xfrm>
            <a:off x="240120" y="820440"/>
            <a:ext cx="8345160" cy="149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Need to choose feature to split: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a4c2f4"/>
                </a:solidFill>
                <a:latin typeface="Titillium Web"/>
                <a:ea typeface="Titillium Web"/>
              </a:rPr>
              <a:t>outlook | humidity | windy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Which one is the best ?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Google Shape;952;p32"/>
          <p:cNvSpPr/>
          <p:nvPr/>
        </p:nvSpPr>
        <p:spPr>
          <a:xfrm>
            <a:off x="490680" y="4313520"/>
            <a:ext cx="83451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Need some measure of “purity” -&gt; Certainty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86" name="Google Shape;953;p32" descr=""/>
          <p:cNvPicPr/>
          <p:nvPr/>
        </p:nvPicPr>
        <p:blipFill>
          <a:blip r:embed="rId1"/>
          <a:stretch/>
        </p:blipFill>
        <p:spPr>
          <a:xfrm>
            <a:off x="4244760" y="2288520"/>
            <a:ext cx="1710360" cy="1512000"/>
          </a:xfrm>
          <a:prstGeom prst="rect">
            <a:avLst/>
          </a:prstGeom>
          <a:ln w="0">
            <a:noFill/>
          </a:ln>
        </p:spPr>
      </p:pic>
      <p:pic>
        <p:nvPicPr>
          <p:cNvPr id="887" name="Google Shape;954;p32" descr=""/>
          <p:cNvPicPr/>
          <p:nvPr/>
        </p:nvPicPr>
        <p:blipFill>
          <a:blip r:embed="rId2"/>
          <a:stretch/>
        </p:blipFill>
        <p:spPr>
          <a:xfrm>
            <a:off x="984240" y="2288880"/>
            <a:ext cx="2554920" cy="151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Certainty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PlaceHolder 2"/>
          <p:cNvSpPr>
            <a:spLocks noGrp="1"/>
          </p:cNvSpPr>
          <p:nvPr>
            <p:ph type="sldNum" idx="32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C6FE35D-EF3C-46B6-ADBA-1FAF9D8249EE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0" name="Google Shape;961;p33"/>
          <p:cNvSpPr/>
          <p:nvPr/>
        </p:nvSpPr>
        <p:spPr>
          <a:xfrm>
            <a:off x="1913400" y="1027440"/>
            <a:ext cx="626364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Completely </a:t>
            </a:r>
            <a:r>
              <a:rPr b="0" lang="en" sz="2400" spc="-1" strike="noStrike">
                <a:solidFill>
                  <a:srgbClr val="ea9999"/>
                </a:solidFill>
                <a:latin typeface="Titillium Web"/>
                <a:ea typeface="Titillium Web"/>
              </a:rPr>
              <a:t>certain</a:t>
            </a: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 =&gt;  uncertainty (entropy) = 0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1" name="Google Shape;962;p33" descr=""/>
          <p:cNvPicPr/>
          <p:nvPr/>
        </p:nvPicPr>
        <p:blipFill>
          <a:blip r:embed="rId1"/>
          <a:stretch/>
        </p:blipFill>
        <p:spPr>
          <a:xfrm>
            <a:off x="537840" y="976320"/>
            <a:ext cx="1236960" cy="817560"/>
          </a:xfrm>
          <a:prstGeom prst="rect">
            <a:avLst/>
          </a:prstGeom>
          <a:ln w="0">
            <a:noFill/>
          </a:ln>
        </p:spPr>
      </p:pic>
      <p:sp>
        <p:nvSpPr>
          <p:cNvPr id="892" name="Google Shape;963;p33"/>
          <p:cNvSpPr/>
          <p:nvPr/>
        </p:nvSpPr>
        <p:spPr>
          <a:xfrm>
            <a:off x="1913400" y="2170440"/>
            <a:ext cx="660132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Completely </a:t>
            </a:r>
            <a:r>
              <a:rPr b="0" lang="en" sz="2400" spc="-1" strike="noStrike">
                <a:solidFill>
                  <a:srgbClr val="ea9999"/>
                </a:solidFill>
                <a:latin typeface="Titillium Web"/>
                <a:ea typeface="Titillium Web"/>
              </a:rPr>
              <a:t>uncertain</a:t>
            </a: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 =&gt;  uncertainty (entropy) = 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Google Shape;964;p33"/>
          <p:cNvSpPr/>
          <p:nvPr/>
        </p:nvSpPr>
        <p:spPr>
          <a:xfrm>
            <a:off x="492840" y="3313440"/>
            <a:ext cx="8022240" cy="107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Expected symmetric measurement of uncertainty (entropy)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e.g. Value 0  for both “4 Yes/0 No” and “0 Yes/4 No”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4" name="Google Shape;965;p33" descr=""/>
          <p:cNvPicPr/>
          <p:nvPr/>
        </p:nvPicPr>
        <p:blipFill>
          <a:blip r:embed="rId2"/>
          <a:stretch/>
        </p:blipFill>
        <p:spPr>
          <a:xfrm>
            <a:off x="537840" y="2170440"/>
            <a:ext cx="1236960" cy="83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Entropy  for binary classification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PlaceHolder 2"/>
          <p:cNvSpPr>
            <a:spLocks noGrp="1"/>
          </p:cNvSpPr>
          <p:nvPr>
            <p:ph type="sldNum" idx="33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66E7BC4-4040-44C1-90E7-DA9C2BBFFD9B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7" name="Google Shape;972;p34"/>
          <p:cNvSpPr/>
          <p:nvPr/>
        </p:nvSpPr>
        <p:spPr>
          <a:xfrm>
            <a:off x="559800" y="822600"/>
            <a:ext cx="626364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i="1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S </a:t>
            </a: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- set of examples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8" name="Google Shape;973;p34" descr=""/>
          <p:cNvPicPr/>
          <p:nvPr/>
        </p:nvPicPr>
        <p:blipFill>
          <a:blip r:embed="rId1"/>
          <a:stretch/>
        </p:blipFill>
        <p:spPr>
          <a:xfrm>
            <a:off x="559800" y="1539000"/>
            <a:ext cx="6046920" cy="503280"/>
          </a:xfrm>
          <a:prstGeom prst="rect">
            <a:avLst/>
          </a:prstGeom>
          <a:ln w="0">
            <a:noFill/>
          </a:ln>
        </p:spPr>
      </p:pic>
      <p:pic>
        <p:nvPicPr>
          <p:cNvPr id="899" name="Google Shape;974;p34" descr=""/>
          <p:cNvPicPr/>
          <p:nvPr/>
        </p:nvPicPr>
        <p:blipFill>
          <a:blip r:embed="rId2"/>
          <a:stretch/>
        </p:blipFill>
        <p:spPr>
          <a:xfrm>
            <a:off x="1751760" y="3390480"/>
            <a:ext cx="7238160" cy="714960"/>
          </a:xfrm>
          <a:prstGeom prst="rect">
            <a:avLst/>
          </a:prstGeom>
          <a:ln w="0">
            <a:noFill/>
          </a:ln>
        </p:spPr>
      </p:pic>
      <p:pic>
        <p:nvPicPr>
          <p:cNvPr id="900" name="Google Shape;975;p34" descr=""/>
          <p:cNvPicPr/>
          <p:nvPr/>
        </p:nvPicPr>
        <p:blipFill>
          <a:blip r:embed="rId3"/>
          <a:stretch/>
        </p:blipFill>
        <p:spPr>
          <a:xfrm>
            <a:off x="340920" y="2196000"/>
            <a:ext cx="1236960" cy="817560"/>
          </a:xfrm>
          <a:prstGeom prst="rect">
            <a:avLst/>
          </a:prstGeom>
          <a:ln w="0">
            <a:noFill/>
          </a:ln>
        </p:spPr>
      </p:pic>
      <p:pic>
        <p:nvPicPr>
          <p:cNvPr id="901" name="Google Shape;976;p34" descr=""/>
          <p:cNvPicPr/>
          <p:nvPr/>
        </p:nvPicPr>
        <p:blipFill>
          <a:blip r:embed="rId4"/>
          <a:stretch/>
        </p:blipFill>
        <p:spPr>
          <a:xfrm>
            <a:off x="1853640" y="2265480"/>
            <a:ext cx="5757480" cy="714960"/>
          </a:xfrm>
          <a:prstGeom prst="rect">
            <a:avLst/>
          </a:prstGeom>
          <a:ln w="0">
            <a:noFill/>
          </a:ln>
        </p:spPr>
      </p:pic>
      <p:pic>
        <p:nvPicPr>
          <p:cNvPr id="902" name="Google Shape;977;p34" descr=""/>
          <p:cNvPicPr/>
          <p:nvPr/>
        </p:nvPicPr>
        <p:blipFill>
          <a:blip r:embed="rId5"/>
          <a:stretch/>
        </p:blipFill>
        <p:spPr>
          <a:xfrm>
            <a:off x="340920" y="3217320"/>
            <a:ext cx="1215360" cy="817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Information Gain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4" name="PlaceHolder 2"/>
          <p:cNvSpPr>
            <a:spLocks noGrp="1"/>
          </p:cNvSpPr>
          <p:nvPr>
            <p:ph type="sldNum" idx="34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9CE4CD4-A6E0-4214-B900-3A2A2BF31B3C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05" name="Google Shape;984;p35" descr=""/>
          <p:cNvPicPr/>
          <p:nvPr/>
        </p:nvPicPr>
        <p:blipFill>
          <a:blip r:embed="rId1"/>
          <a:stretch/>
        </p:blipFill>
        <p:spPr>
          <a:xfrm>
            <a:off x="587160" y="776880"/>
            <a:ext cx="5087520" cy="3775680"/>
          </a:xfrm>
          <a:prstGeom prst="rect">
            <a:avLst/>
          </a:prstGeom>
          <a:ln w="0">
            <a:noFill/>
          </a:ln>
        </p:spPr>
      </p:pic>
      <p:sp>
        <p:nvSpPr>
          <p:cNvPr id="906" name="Google Shape;985;p35"/>
          <p:cNvSpPr/>
          <p:nvPr/>
        </p:nvSpPr>
        <p:spPr>
          <a:xfrm>
            <a:off x="699480" y="3913920"/>
            <a:ext cx="626364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Information gain  = loss of entropy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Gain calculation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8" name="PlaceHolder 2"/>
          <p:cNvSpPr>
            <a:spLocks noGrp="1"/>
          </p:cNvSpPr>
          <p:nvPr>
            <p:ph type="sldNum" idx="35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1FDCC11-F121-4657-9209-C69FCA317D45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09" name="Google Shape;993;p36" descr=""/>
          <p:cNvPicPr/>
          <p:nvPr/>
        </p:nvPicPr>
        <p:blipFill>
          <a:blip r:embed="rId1"/>
          <a:stretch/>
        </p:blipFill>
        <p:spPr>
          <a:xfrm>
            <a:off x="551160" y="967680"/>
            <a:ext cx="1710360" cy="1512000"/>
          </a:xfrm>
          <a:prstGeom prst="rect">
            <a:avLst/>
          </a:prstGeom>
          <a:ln w="0">
            <a:noFill/>
          </a:ln>
        </p:spPr>
      </p:pic>
      <p:pic>
        <p:nvPicPr>
          <p:cNvPr id="910" name="Google Shape;994;p36" descr=""/>
          <p:cNvPicPr/>
          <p:nvPr/>
        </p:nvPicPr>
        <p:blipFill>
          <a:blip r:embed="rId2"/>
          <a:stretch/>
        </p:blipFill>
        <p:spPr>
          <a:xfrm>
            <a:off x="2527560" y="792720"/>
            <a:ext cx="6157800" cy="3025440"/>
          </a:xfrm>
          <a:prstGeom prst="rect">
            <a:avLst/>
          </a:prstGeom>
          <a:ln w="0">
            <a:noFill/>
          </a:ln>
        </p:spPr>
      </p:pic>
      <p:sp>
        <p:nvSpPr>
          <p:cNvPr id="911" name="Google Shape;995;p36"/>
          <p:cNvSpPr/>
          <p:nvPr/>
        </p:nvSpPr>
        <p:spPr>
          <a:xfrm>
            <a:off x="2878920" y="3857400"/>
            <a:ext cx="6263640" cy="71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Feature ‘outlook’ has the best  information gain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2" name="Google Shape;996;p36" descr=""/>
          <p:cNvPicPr/>
          <p:nvPr/>
        </p:nvPicPr>
        <p:blipFill>
          <a:blip r:embed="rId3"/>
          <a:stretch/>
        </p:blipFill>
        <p:spPr>
          <a:xfrm>
            <a:off x="262440" y="2896560"/>
            <a:ext cx="2554920" cy="151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PlaceHolder 1"/>
          <p:cNvSpPr>
            <a:spLocks noGrp="1"/>
          </p:cNvSpPr>
          <p:nvPr>
            <p:ph type="sldNum" idx="36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30BA408-29B4-413D-B584-152C5B118E07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14" name="Google Shape;1002;p37" descr=""/>
          <p:cNvPicPr/>
          <p:nvPr/>
        </p:nvPicPr>
        <p:blipFill>
          <a:blip r:embed="rId1"/>
          <a:stretch/>
        </p:blipFill>
        <p:spPr>
          <a:xfrm>
            <a:off x="365040" y="930240"/>
            <a:ext cx="5349960" cy="3870360"/>
          </a:xfrm>
          <a:prstGeom prst="rect">
            <a:avLst/>
          </a:prstGeom>
          <a:ln w="0">
            <a:noFill/>
          </a:ln>
        </p:spPr>
      </p:pic>
      <p:sp>
        <p:nvSpPr>
          <p:cNvPr id="915" name="PlaceHolder 2"/>
          <p:cNvSpPr>
            <a:spLocks noGrp="1"/>
          </p:cNvSpPr>
          <p:nvPr>
            <p:ph type="title"/>
          </p:nvPr>
        </p:nvSpPr>
        <p:spPr>
          <a:xfrm>
            <a:off x="359640" y="228600"/>
            <a:ext cx="3983760" cy="59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Full Decision Tree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916" name="Google Shape;941;p 1"/>
          <p:cNvGraphicFramePr/>
          <p:nvPr/>
        </p:nvGraphicFramePr>
        <p:xfrm>
          <a:off x="5029200" y="1431720"/>
          <a:ext cx="3808440" cy="740160"/>
        </p:xfrm>
        <a:graphic>
          <a:graphicData uri="http://schemas.openxmlformats.org/drawingml/2006/table">
            <a:tbl>
              <a:tblPr/>
              <a:tblGrid>
                <a:gridCol w="952200"/>
                <a:gridCol w="952200"/>
                <a:gridCol w="952200"/>
                <a:gridCol w="952200"/>
              </a:tblGrid>
              <a:tr h="34020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outlook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humidity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wind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000000"/>
                          </a:solidFill>
                          <a:latin typeface="Titillium Web"/>
                          <a:ea typeface="Titillium Web"/>
                        </a:rPr>
                        <a:t>play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solidFill>
                      <a:srgbClr val="c9daf8"/>
                    </a:solidFill>
                  </a:tcPr>
                </a:tc>
              </a:tr>
              <a:tr h="257040"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rainy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high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rgbClr val="ffffff"/>
                          </a:solidFill>
                          <a:latin typeface="Titillium Web"/>
                          <a:ea typeface="Titillium Web"/>
                        </a:rPr>
                        <a:t>weak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8440" rIns="28440" anchor="b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400" spc="-1" strike="noStrike">
                          <a:solidFill>
                            <a:srgbClr val="a4c2f4"/>
                          </a:solidFill>
                          <a:latin typeface="Titillium Web"/>
                          <a:ea typeface="Titillium Web"/>
                        </a:rPr>
                        <a:t>?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 anchor="b" marL="28440" marR="28440">
                    <a:lnL w="9360">
                      <a:solidFill>
                        <a:srgbClr val="6d9eeb"/>
                      </a:solidFill>
                      <a:prstDash val="solid"/>
                    </a:lnL>
                    <a:lnR w="9360">
                      <a:solidFill>
                        <a:srgbClr val="6d9eeb"/>
                      </a:solidFill>
                      <a:prstDash val="solid"/>
                    </a:lnR>
                    <a:lnT w="9360">
                      <a:solidFill>
                        <a:srgbClr val="6d9eeb"/>
                      </a:solidFill>
                      <a:prstDash val="solid"/>
                    </a:lnT>
                    <a:lnB w="9360">
                      <a:solidFill>
                        <a:srgbClr val="6d9ee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17" name="Google Shape;943;p 1"/>
          <p:cNvSpPr/>
          <p:nvPr/>
        </p:nvSpPr>
        <p:spPr>
          <a:xfrm>
            <a:off x="5250600" y="685800"/>
            <a:ext cx="2315160" cy="68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New </a:t>
            </a: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Sample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Decision Trees Sklearn Implementation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9" name="PlaceHolder 2"/>
          <p:cNvSpPr>
            <a:spLocks noGrp="1"/>
          </p:cNvSpPr>
          <p:nvPr>
            <p:ph type="sldNum" idx="37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8D33612-4D0A-4261-8C6E-B07139B9BC4C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0" name="PlaceHolder 3"/>
          <p:cNvSpPr>
            <a:spLocks noGrp="1"/>
          </p:cNvSpPr>
          <p:nvPr>
            <p:ph type="title"/>
          </p:nvPr>
        </p:nvSpPr>
        <p:spPr>
          <a:xfrm>
            <a:off x="228600" y="836640"/>
            <a:ext cx="8685720" cy="373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from sklearn.tree import DecisionTreeClassifier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clf = DecisionTreeClassifier(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#     criterion : ”gini”, “entropy” (</a:t>
            </a:r>
            <a:r>
              <a:rPr b="0" lang="en" sz="1800" spc="-1" strike="noStrike">
                <a:solidFill>
                  <a:schemeClr val="lt1"/>
                </a:solidFill>
                <a:latin typeface="Titillium Web"/>
                <a:ea typeface="Titillium Web"/>
              </a:rPr>
              <a:t>default=”gini”)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    </a:t>
            </a: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random_state=0, # (default None) </a:t>
            </a:r>
            <a:r>
              <a:rPr b="0" lang="en" sz="1800" spc="-1" strike="noStrike">
                <a:solidFill>
                  <a:schemeClr val="lt1"/>
                </a:solidFill>
                <a:latin typeface="Titillium Web"/>
                <a:ea typeface="Titillium Web"/>
              </a:rPr>
              <a:t>The best split may vary due to features are randomly permuted at each split.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#     max_depth : int or None, (default=None)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#     max_leaf_nodes : int or None, optional (default=None)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).fit(X_train, y_train)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print("train accuracy= {:.3%}".format(clf.score (X_train, y_train)))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print("test accuracy= {:.3%}".format(clf.score (X_test, y_test)))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PlaceHolder 1"/>
          <p:cNvSpPr>
            <a:spLocks noGrp="1"/>
          </p:cNvSpPr>
          <p:nvPr>
            <p:ph type="sldNum" idx="38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504980C-042B-4281-924B-49411A8D4DB7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22" name="Google Shape;1016;p39" descr=""/>
          <p:cNvPicPr/>
          <p:nvPr/>
        </p:nvPicPr>
        <p:blipFill>
          <a:blip r:embed="rId1"/>
          <a:stretch/>
        </p:blipFill>
        <p:spPr>
          <a:xfrm>
            <a:off x="5008680" y="831240"/>
            <a:ext cx="3826440" cy="3687480"/>
          </a:xfrm>
          <a:prstGeom prst="rect">
            <a:avLst/>
          </a:prstGeom>
          <a:ln w="0">
            <a:noFill/>
          </a:ln>
        </p:spPr>
      </p:pic>
      <p:sp>
        <p:nvSpPr>
          <p:cNvPr id="923" name="PlaceHolder 2"/>
          <p:cNvSpPr>
            <a:spLocks noGrp="1"/>
          </p:cNvSpPr>
          <p:nvPr>
            <p:ph type="title"/>
          </p:nvPr>
        </p:nvSpPr>
        <p:spPr>
          <a:xfrm>
            <a:off x="324000" y="199080"/>
            <a:ext cx="3983760" cy="59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lt1"/>
                </a:solidFill>
                <a:latin typeface="Titillium Web"/>
                <a:ea typeface="Titillium Web"/>
              </a:rPr>
              <a:t>Tennis dataset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24" name="Google Shape;1018;p39" descr=""/>
          <p:cNvPicPr/>
          <p:nvPr/>
        </p:nvPicPr>
        <p:blipFill>
          <a:blip r:embed="rId2"/>
          <a:stretch/>
        </p:blipFill>
        <p:spPr>
          <a:xfrm>
            <a:off x="324000" y="1082880"/>
            <a:ext cx="4232520" cy="306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1023;p40" descr=""/>
          <p:cNvPicPr/>
          <p:nvPr/>
        </p:nvPicPr>
        <p:blipFill>
          <a:blip r:embed="rId1"/>
          <a:stretch/>
        </p:blipFill>
        <p:spPr>
          <a:xfrm>
            <a:off x="538560" y="1923840"/>
            <a:ext cx="8087040" cy="2426040"/>
          </a:xfrm>
          <a:prstGeom prst="rect">
            <a:avLst/>
          </a:prstGeom>
          <a:ln w="0">
            <a:noFill/>
          </a:ln>
        </p:spPr>
      </p:pic>
      <p:sp>
        <p:nvSpPr>
          <p:cNvPr id="926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Synthetic dataset Decision Boundary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PlaceHolder 2"/>
          <p:cNvSpPr>
            <a:spLocks noGrp="1"/>
          </p:cNvSpPr>
          <p:nvPr>
            <p:ph type="title"/>
          </p:nvPr>
        </p:nvSpPr>
        <p:spPr>
          <a:xfrm>
            <a:off x="387000" y="836640"/>
            <a:ext cx="8527320" cy="1023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X_mk8, y_mk8 = make_blobs(n_samples = 200, n_features = 2, centers = 8,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     </a:t>
            </a: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cluster_std = 1.3, random_state = 4)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y_train = y_mk8 % 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PlaceHolder 1"/>
          <p:cNvSpPr>
            <a:spLocks noGrp="1"/>
          </p:cNvSpPr>
          <p:nvPr>
            <p:ph type="sldNum" idx="39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AC23D09-6AD8-4DAD-AA62-0221BE6F3B24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29" name="Google Shape;1031;p41" descr=""/>
          <p:cNvPicPr/>
          <p:nvPr/>
        </p:nvPicPr>
        <p:blipFill>
          <a:blip r:embed="rId1"/>
          <a:stretch/>
        </p:blipFill>
        <p:spPr>
          <a:xfrm>
            <a:off x="320040" y="246240"/>
            <a:ext cx="4651560" cy="4592880"/>
          </a:xfrm>
          <a:prstGeom prst="rect">
            <a:avLst/>
          </a:prstGeom>
          <a:ln w="0">
            <a:noFill/>
          </a:ln>
        </p:spPr>
      </p:pic>
      <p:sp>
        <p:nvSpPr>
          <p:cNvPr id="930" name="PlaceHolder 2"/>
          <p:cNvSpPr>
            <a:spLocks noGrp="1"/>
          </p:cNvSpPr>
          <p:nvPr>
            <p:ph type="title"/>
          </p:nvPr>
        </p:nvSpPr>
        <p:spPr>
          <a:xfrm>
            <a:off x="4997520" y="536040"/>
            <a:ext cx="3655800" cy="12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lt1"/>
                </a:solidFill>
                <a:latin typeface="Titillium Web"/>
                <a:ea typeface="Titillium Web"/>
              </a:rPr>
              <a:t>Synthetic dataset Decision Tree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PlaceHolder 1"/>
          <p:cNvSpPr>
            <a:spLocks noGrp="1"/>
          </p:cNvSpPr>
          <p:nvPr>
            <p:ph type="sldNum" idx="40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FFF10F3-90A9-4EA0-A391-78DD93A5EA50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32" name="Google Shape;1039;p42" descr=""/>
          <p:cNvPicPr/>
          <p:nvPr/>
        </p:nvPicPr>
        <p:blipFill>
          <a:blip r:embed="rId1"/>
          <a:stretch/>
        </p:blipFill>
        <p:spPr>
          <a:xfrm>
            <a:off x="847800" y="248760"/>
            <a:ext cx="7447320" cy="4005720"/>
          </a:xfrm>
          <a:prstGeom prst="rect">
            <a:avLst/>
          </a:prstGeom>
          <a:ln w="0">
            <a:noFill/>
          </a:ln>
        </p:spPr>
      </p:pic>
      <p:sp>
        <p:nvSpPr>
          <p:cNvPr id="933" name="PlaceHolder 2"/>
          <p:cNvSpPr>
            <a:spLocks noGrp="1"/>
          </p:cNvSpPr>
          <p:nvPr>
            <p:ph type="title"/>
          </p:nvPr>
        </p:nvSpPr>
        <p:spPr>
          <a:xfrm>
            <a:off x="549720" y="4405320"/>
            <a:ext cx="4026240" cy="498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Load_breast_cancer -&gt; Home Task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Decision Trees Pros And Cons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PlaceHolder 2"/>
          <p:cNvSpPr>
            <a:spLocks noGrp="1"/>
          </p:cNvSpPr>
          <p:nvPr>
            <p:ph type="sldNum" idx="41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29E5C9C-BCCC-4944-B4C9-FBE1310C911C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36" name="Google Shape;1047;p43"/>
          <p:cNvSpPr/>
          <p:nvPr/>
        </p:nvSpPr>
        <p:spPr>
          <a:xfrm>
            <a:off x="4695120" y="760680"/>
            <a:ext cx="3729240" cy="350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4572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Cons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Cannot capture complex relation between features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Not good choice for high-dimensional data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Comparing with linear models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Google Shape;1048;p43"/>
          <p:cNvSpPr/>
          <p:nvPr/>
        </p:nvSpPr>
        <p:spPr>
          <a:xfrm>
            <a:off x="739800" y="760680"/>
            <a:ext cx="3729240" cy="31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4572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Pros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Easily Visualized  and interpreted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No feature normalization needed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Works well for mixture feature types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Google Shape;1049;p43"/>
          <p:cNvSpPr/>
          <p:nvPr/>
        </p:nvSpPr>
        <p:spPr>
          <a:xfrm>
            <a:off x="1208520" y="991440"/>
            <a:ext cx="339480" cy="339480"/>
          </a:xfrm>
          <a:custGeom>
            <a:avLst/>
            <a:gdLst>
              <a:gd name="textAreaLeft" fmla="*/ 0 w 339480"/>
              <a:gd name="textAreaRight" fmla="*/ 340920 w 339480"/>
              <a:gd name="textAreaTop" fmla="*/ 0 h 339480"/>
              <a:gd name="textAreaBottom" fmla="*/ 340920 h 339480"/>
            </a:gdLst>
            <a:ahLst/>
            <a:rect l="textAreaLeft" t="textAreaTop" r="textAreaRight" b="textAreaBottom"/>
            <a:pathLst>
              <a:path fill="none" w="16221" h="16222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w="1905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39" name="Google Shape;1050;p43"/>
          <p:cNvSpPr/>
          <p:nvPr/>
        </p:nvSpPr>
        <p:spPr>
          <a:xfrm>
            <a:off x="5171760" y="1013040"/>
            <a:ext cx="339480" cy="296280"/>
          </a:xfrm>
          <a:custGeom>
            <a:avLst/>
            <a:gdLst>
              <a:gd name="textAreaLeft" fmla="*/ 0 w 339480"/>
              <a:gd name="textAreaRight" fmla="*/ 340920 w 339480"/>
              <a:gd name="textAreaTop" fmla="*/ 0 h 296280"/>
              <a:gd name="textAreaBottom" fmla="*/ 297720 h 296280"/>
            </a:gdLst>
            <a:ahLst/>
            <a:rect l="textAreaLeft" t="textAreaTop" r="textAreaRight" b="textAreaBottom"/>
            <a:pathLst>
              <a:path fill="none" w="16221" h="14176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w="1905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PlaceHolder 1"/>
          <p:cNvSpPr>
            <a:spLocks noGrp="1"/>
          </p:cNvSpPr>
          <p:nvPr>
            <p:ph/>
          </p:nvPr>
        </p:nvSpPr>
        <p:spPr>
          <a:xfrm>
            <a:off x="612360" y="1049400"/>
            <a:ext cx="7939440" cy="35186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For linear regression: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1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Random Forests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2" name="PlaceHolder 3"/>
          <p:cNvSpPr>
            <a:spLocks noGrp="1"/>
          </p:cNvSpPr>
          <p:nvPr>
            <p:ph type="sldNum" idx="42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A785960-76A0-4861-A426-636D910C1EDC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43" name="Google Shape;1058;p44" descr=""/>
          <p:cNvPicPr/>
          <p:nvPr/>
        </p:nvPicPr>
        <p:blipFill>
          <a:blip r:embed="rId1"/>
          <a:stretch/>
        </p:blipFill>
        <p:spPr>
          <a:xfrm>
            <a:off x="663480" y="1278000"/>
            <a:ext cx="7799400" cy="285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/>
          </p:nvPr>
        </p:nvSpPr>
        <p:spPr>
          <a:xfrm>
            <a:off x="565920" y="837000"/>
            <a:ext cx="7939440" cy="35431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For linear regression: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5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Random Forest Process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PlaceHolder 3"/>
          <p:cNvSpPr>
            <a:spLocks noGrp="1"/>
          </p:cNvSpPr>
          <p:nvPr>
            <p:ph type="sldNum" idx="43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E6E4454-5206-49F4-9749-1006E905586C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grpSp>
        <p:nvGrpSpPr>
          <p:cNvPr id="947" name="Google Shape;1066;p45"/>
          <p:cNvGrpSpPr/>
          <p:nvPr/>
        </p:nvGrpSpPr>
        <p:grpSpPr>
          <a:xfrm>
            <a:off x="739800" y="928080"/>
            <a:ext cx="7441560" cy="3360960"/>
            <a:chOff x="739800" y="928080"/>
            <a:chExt cx="7441560" cy="3360960"/>
          </a:xfrm>
        </p:grpSpPr>
        <p:pic>
          <p:nvPicPr>
            <p:cNvPr id="948" name="Google Shape;1067;p45" descr=""/>
            <p:cNvPicPr/>
            <p:nvPr/>
          </p:nvPicPr>
          <p:blipFill>
            <a:blip r:embed="rId1"/>
            <a:stretch/>
          </p:blipFill>
          <p:spPr>
            <a:xfrm>
              <a:off x="739800" y="928080"/>
              <a:ext cx="3027600" cy="3360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949" name="Google Shape;1068;p45" descr=""/>
            <p:cNvPicPr/>
            <p:nvPr/>
          </p:nvPicPr>
          <p:blipFill>
            <a:blip r:embed="rId2"/>
            <a:stretch/>
          </p:blipFill>
          <p:spPr>
            <a:xfrm>
              <a:off x="4458600" y="1081440"/>
              <a:ext cx="3722760" cy="31514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950" name="Google Shape;1069;p45"/>
          <p:cNvSpPr/>
          <p:nvPr/>
        </p:nvSpPr>
        <p:spPr>
          <a:xfrm>
            <a:off x="2748240" y="1108440"/>
            <a:ext cx="1065240" cy="34308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51" name="Google Shape;1070;p45"/>
          <p:cNvSpPr/>
          <p:nvPr/>
        </p:nvSpPr>
        <p:spPr>
          <a:xfrm>
            <a:off x="4278600" y="1108440"/>
            <a:ext cx="1065240" cy="34308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52" name="Google Shape;1071;p45"/>
          <p:cNvSpPr/>
          <p:nvPr/>
        </p:nvSpPr>
        <p:spPr>
          <a:xfrm>
            <a:off x="1829160" y="1518840"/>
            <a:ext cx="1065240" cy="34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81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n_estimators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3" name="Google Shape;1072;p45"/>
          <p:cNvSpPr/>
          <p:nvPr/>
        </p:nvSpPr>
        <p:spPr>
          <a:xfrm>
            <a:off x="5484600" y="1032480"/>
            <a:ext cx="1150560" cy="34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81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Arial"/>
                <a:ea typeface="Arial"/>
              </a:rPr>
              <a:t>max_features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4" name="PlaceHolder 4"/>
          <p:cNvSpPr>
            <a:spLocks noGrp="1"/>
          </p:cNvSpPr>
          <p:nvPr>
            <p:ph type="title"/>
          </p:nvPr>
        </p:nvSpPr>
        <p:spPr>
          <a:xfrm>
            <a:off x="0" y="4305240"/>
            <a:ext cx="914292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Smaller max_features =&gt; more diverse  trees =&gt; more complex random forest  Larger </a:t>
            </a:r>
            <a:r>
              <a:rPr b="0" lang="en" sz="1800" spc="-1" strike="noStrike">
                <a:solidFill>
                  <a:schemeClr val="lt1"/>
                </a:solidFill>
                <a:latin typeface="Titillium Web"/>
                <a:ea typeface="Titillium Web"/>
              </a:rPr>
              <a:t>Larger max_features =&gt; more similar  trees =&gt; more simple random forest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PlaceHolder 1"/>
          <p:cNvSpPr>
            <a:spLocks noGrp="1"/>
          </p:cNvSpPr>
          <p:nvPr>
            <p:ph/>
          </p:nvPr>
        </p:nvSpPr>
        <p:spPr>
          <a:xfrm>
            <a:off x="5545440" y="1065600"/>
            <a:ext cx="3039840" cy="3097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6" name="PlaceHolder 2"/>
          <p:cNvSpPr>
            <a:spLocks noGrp="1"/>
          </p:cNvSpPr>
          <p:nvPr>
            <p:ph type="sldNum" idx="44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AF5D076-0189-4BEC-888E-290BD493019E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57" name="Google Shape;1080;p46" descr=""/>
          <p:cNvPicPr/>
          <p:nvPr/>
        </p:nvPicPr>
        <p:blipFill>
          <a:blip r:embed="rId1"/>
          <a:stretch/>
        </p:blipFill>
        <p:spPr>
          <a:xfrm>
            <a:off x="5738760" y="1537560"/>
            <a:ext cx="2809800" cy="2152800"/>
          </a:xfrm>
          <a:prstGeom prst="rect">
            <a:avLst/>
          </a:prstGeom>
          <a:ln w="0">
            <a:noFill/>
          </a:ln>
        </p:spPr>
      </p:pic>
      <p:grpSp>
        <p:nvGrpSpPr>
          <p:cNvPr id="958" name="Google Shape;1081;p46"/>
          <p:cNvGrpSpPr/>
          <p:nvPr/>
        </p:nvGrpSpPr>
        <p:grpSpPr>
          <a:xfrm>
            <a:off x="3084480" y="1065600"/>
            <a:ext cx="1615680" cy="3344760"/>
            <a:chOff x="3084480" y="1065600"/>
            <a:chExt cx="1615680" cy="3344760"/>
          </a:xfrm>
        </p:grpSpPr>
        <p:sp>
          <p:nvSpPr>
            <p:cNvPr id="959" name="Google Shape;1082;p46"/>
            <p:cNvSpPr/>
            <p:nvPr/>
          </p:nvSpPr>
          <p:spPr>
            <a:xfrm>
              <a:off x="3084480" y="1065600"/>
              <a:ext cx="1615680" cy="641160"/>
            </a:xfrm>
            <a:prstGeom prst="chevron">
              <a:avLst>
                <a:gd name="adj" fmla="val 50000"/>
              </a:avLst>
            </a:prstGeom>
            <a:solidFill>
              <a:srgbClr val="ffffff">
                <a:alpha val="5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800" spc="-1" strike="noStrike">
                  <a:solidFill>
                    <a:srgbClr val="ffffff"/>
                  </a:solidFill>
                  <a:latin typeface="Titillium Web"/>
                  <a:ea typeface="Titillium Web"/>
                </a:rPr>
                <a:t>STEP 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0" name="Google Shape;1083;p46"/>
            <p:cNvSpPr/>
            <p:nvPr/>
          </p:nvSpPr>
          <p:spPr>
            <a:xfrm>
              <a:off x="3290760" y="1899000"/>
              <a:ext cx="1352160" cy="251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t">
              <a:noAutofit/>
            </a:bodyPr>
            <a:p>
              <a:pPr>
                <a:lnSpc>
                  <a:spcPct val="115000"/>
                </a:lnSpc>
                <a:tabLst>
                  <a:tab algn="l" pos="0"/>
                </a:tabLst>
              </a:pPr>
              <a:r>
                <a:rPr b="0" lang="en" sz="1800" spc="-1" strike="noStrike">
                  <a:solidFill>
                    <a:srgbClr val="ffffff"/>
                  </a:solidFill>
                  <a:latin typeface="Titillium Web"/>
                  <a:ea typeface="Titillium Web"/>
                </a:rPr>
                <a:t>Select the highest probability class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61" name="Google Shape;1084;p46"/>
          <p:cNvGrpSpPr/>
          <p:nvPr/>
        </p:nvGrpSpPr>
        <p:grpSpPr>
          <a:xfrm>
            <a:off x="271800" y="1065960"/>
            <a:ext cx="1733760" cy="3344400"/>
            <a:chOff x="271800" y="1065960"/>
            <a:chExt cx="1733760" cy="3344400"/>
          </a:xfrm>
        </p:grpSpPr>
        <p:sp>
          <p:nvSpPr>
            <p:cNvPr id="962" name="Google Shape;1085;p46"/>
            <p:cNvSpPr/>
            <p:nvPr/>
          </p:nvSpPr>
          <p:spPr>
            <a:xfrm>
              <a:off x="271800" y="1065960"/>
              <a:ext cx="1733760" cy="641160"/>
            </a:xfrm>
            <a:prstGeom prst="homePlate">
              <a:avLst>
                <a:gd name="adj" fmla="val 50000"/>
              </a:avLst>
            </a:prstGeom>
            <a:solidFill>
              <a:srgbClr val="ffffff">
                <a:alpha val="11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800" spc="-1" strike="noStrike">
                  <a:solidFill>
                    <a:srgbClr val="ffffff"/>
                  </a:solidFill>
                  <a:latin typeface="Titillium Web"/>
                  <a:ea typeface="Titillium Web"/>
                </a:rPr>
                <a:t>STEP 1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3" name="Google Shape;1086;p46"/>
            <p:cNvSpPr/>
            <p:nvPr/>
          </p:nvSpPr>
          <p:spPr>
            <a:xfrm>
              <a:off x="345600" y="1899000"/>
              <a:ext cx="1557000" cy="251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t">
              <a:noAutofit/>
            </a:bodyPr>
            <a:p>
              <a:pPr>
                <a:lnSpc>
                  <a:spcPct val="115000"/>
                </a:lnSpc>
                <a:tabLst>
                  <a:tab algn="l" pos="0"/>
                </a:tabLst>
              </a:pPr>
              <a:r>
                <a:rPr b="0" lang="en" sz="1800" spc="-1" strike="noStrike">
                  <a:solidFill>
                    <a:srgbClr val="ffffff"/>
                  </a:solidFill>
                  <a:latin typeface="Titillium Web"/>
                  <a:ea typeface="Titillium Web"/>
                </a:rPr>
                <a:t>Compute prediction by every tree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64" name="Google Shape;1087;p46"/>
          <p:cNvGrpSpPr/>
          <p:nvPr/>
        </p:nvGrpSpPr>
        <p:grpSpPr>
          <a:xfrm>
            <a:off x="1740240" y="1074600"/>
            <a:ext cx="1603800" cy="3335400"/>
            <a:chOff x="1740240" y="1074600"/>
            <a:chExt cx="1603800" cy="3335400"/>
          </a:xfrm>
        </p:grpSpPr>
        <p:sp>
          <p:nvSpPr>
            <p:cNvPr id="965" name="Google Shape;1088;p46"/>
            <p:cNvSpPr/>
            <p:nvPr/>
          </p:nvSpPr>
          <p:spPr>
            <a:xfrm>
              <a:off x="1740240" y="1074600"/>
              <a:ext cx="1603800" cy="639360"/>
            </a:xfrm>
            <a:prstGeom prst="chevron">
              <a:avLst>
                <a:gd name="adj" fmla="val 50000"/>
              </a:avLst>
            </a:prstGeom>
            <a:solidFill>
              <a:srgbClr val="ffffff">
                <a:alpha val="3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800" spc="-1" strike="noStrike">
                  <a:solidFill>
                    <a:srgbClr val="ffffff"/>
                  </a:solidFill>
                  <a:latin typeface="Titillium Web"/>
                  <a:ea typeface="Titillium Web"/>
                </a:rPr>
                <a:t>STEP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6" name="Google Shape;1089;p46"/>
            <p:cNvSpPr/>
            <p:nvPr/>
          </p:nvSpPr>
          <p:spPr>
            <a:xfrm>
              <a:off x="1896120" y="1905480"/>
              <a:ext cx="1447920" cy="250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t">
              <a:noAutofit/>
            </a:bodyPr>
            <a:p>
              <a:pPr>
                <a:lnSpc>
                  <a:spcPct val="115000"/>
                </a:lnSpc>
                <a:tabLst>
                  <a:tab algn="l" pos="0"/>
                </a:tabLst>
              </a:pPr>
              <a:r>
                <a:rPr b="0" lang="en" sz="1800" spc="-1" strike="noStrike">
                  <a:solidFill>
                    <a:srgbClr val="ffffff"/>
                  </a:solidFill>
                  <a:latin typeface="Titillium Web"/>
                  <a:ea typeface="Titillium Web"/>
                </a:rPr>
                <a:t>Compute average </a:t>
              </a:r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67" name="PlaceHolder 3"/>
          <p:cNvSpPr>
            <a:spLocks noGrp="1"/>
          </p:cNvSpPr>
          <p:nvPr>
            <p:ph type="title"/>
          </p:nvPr>
        </p:nvSpPr>
        <p:spPr>
          <a:xfrm>
            <a:off x="271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lt1"/>
                </a:solidFill>
                <a:latin typeface="Titillium Web"/>
                <a:ea typeface="Titillium Web"/>
              </a:rPr>
              <a:t>Prediction by Random Forest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Random Forest </a:t>
            </a:r>
            <a:r>
              <a:rPr b="0" lang="en" sz="3000" spc="-1" strike="noStrike">
                <a:solidFill>
                  <a:schemeClr val="lt1"/>
                </a:solidFill>
                <a:latin typeface="Titillium Web"/>
                <a:ea typeface="Titillium Web"/>
              </a:rPr>
              <a:t>Sklearn Implementation 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9" name="PlaceHolder 2"/>
          <p:cNvSpPr>
            <a:spLocks noGrp="1"/>
          </p:cNvSpPr>
          <p:nvPr>
            <p:ph type="sldNum" idx="45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958E89A-8825-4DC3-B48B-677A87F929DB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title"/>
          </p:nvPr>
        </p:nvSpPr>
        <p:spPr>
          <a:xfrm>
            <a:off x="532800" y="836640"/>
            <a:ext cx="8358480" cy="266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from sklearn.ensemble import RandomForestClassifier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clf = RandomForestClassifier(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           </a:t>
            </a: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# n_estimators: default = 10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           </a:t>
            </a: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# max_features:  default </a:t>
            </a:r>
            <a:r>
              <a:rPr b="0" lang="en" sz="1800" spc="-1" strike="noStrike">
                <a:solidFill>
                  <a:schemeClr val="lt1"/>
                </a:solidFill>
                <a:latin typeface="Titillium Web"/>
                <a:ea typeface="Titillium Web"/>
              </a:rPr>
              <a:t> “auto” </a:t>
            </a: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=&gt; sqrt(n_features),  None =&gt; n_features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chemeClr val="lt1"/>
                </a:solidFill>
                <a:latin typeface="Titillium Web"/>
                <a:ea typeface="Titillium Web"/>
              </a:rPr>
              <a:t> </a:t>
            </a:r>
            <a:r>
              <a:rPr b="0" lang="en" sz="1800" spc="-1" strike="noStrike">
                <a:solidFill>
                  <a:schemeClr val="lt1"/>
                </a:solidFill>
                <a:latin typeface="Titillium Web"/>
                <a:ea typeface="Titillium Web"/>
              </a:rPr>
              <a:t># max_depth: default = None,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chemeClr val="lt1"/>
                </a:solidFill>
                <a:latin typeface="Titillium Web"/>
                <a:ea typeface="Titillium Web"/>
              </a:rPr>
              <a:t> </a:t>
            </a:r>
            <a:r>
              <a:rPr b="0" lang="en" sz="1800" spc="-1" strike="noStrike">
                <a:solidFill>
                  <a:schemeClr val="lt1"/>
                </a:solidFill>
                <a:latin typeface="Titillium Web"/>
                <a:ea typeface="Titillium Web"/>
              </a:rPr>
              <a:t># n_jobs=None,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  </a:t>
            </a: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	</a:t>
            </a: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random_state= 0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        </a:t>
            </a: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).fit(X_train, y_train)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        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Google Shape;1098;p47"/>
          <p:cNvSpPr/>
          <p:nvPr/>
        </p:nvSpPr>
        <p:spPr>
          <a:xfrm>
            <a:off x="4815360" y="2835000"/>
            <a:ext cx="2556000" cy="182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700" spc="-1" strike="noStrike">
                <a:solidFill>
                  <a:srgbClr val="ead1dc"/>
                </a:solidFill>
                <a:latin typeface="Titillium Web"/>
                <a:ea typeface="Titillium Web"/>
              </a:rPr>
              <a:t> </a:t>
            </a:r>
            <a:r>
              <a:rPr b="1" lang="en" sz="2700" spc="-1" strike="noStrike">
                <a:solidFill>
                  <a:srgbClr val="ead1dc"/>
                </a:solidFill>
                <a:latin typeface="Titillium Web"/>
                <a:ea typeface="Titillium Web"/>
              </a:rPr>
              <a:t>n_estimators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700" spc="-1" strike="noStrike">
                <a:solidFill>
                  <a:srgbClr val="ead1dc"/>
                </a:solidFill>
                <a:latin typeface="Titillium Web"/>
                <a:ea typeface="Titillium Web"/>
              </a:rPr>
              <a:t> </a:t>
            </a:r>
            <a:r>
              <a:rPr b="1" lang="en" sz="2700" spc="-1" strike="noStrike">
                <a:solidFill>
                  <a:srgbClr val="ead1dc"/>
                </a:solidFill>
                <a:latin typeface="Titillium Web"/>
                <a:ea typeface="Titillium Web"/>
              </a:rPr>
              <a:t>max_features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700" spc="-1" strike="noStrike">
                <a:solidFill>
                  <a:srgbClr val="ead1dc"/>
                </a:solidFill>
                <a:latin typeface="Titillium Web"/>
                <a:ea typeface="Titillium Web"/>
              </a:rPr>
              <a:t> </a:t>
            </a:r>
            <a:r>
              <a:rPr b="1" lang="en" sz="2700" spc="-1" strike="noStrike">
                <a:solidFill>
                  <a:srgbClr val="ead1dc"/>
                </a:solidFill>
                <a:latin typeface="Titillium Web"/>
                <a:ea typeface="Titillium Web"/>
              </a:rPr>
              <a:t>n_jobs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2" name="Google Shape;1099;p47"/>
          <p:cNvSpPr/>
          <p:nvPr/>
        </p:nvSpPr>
        <p:spPr>
          <a:xfrm>
            <a:off x="3936600" y="3251880"/>
            <a:ext cx="647640" cy="546480"/>
          </a:xfrm>
          <a:prstGeom prst="mathPlus">
            <a:avLst>
              <a:gd name="adj1" fmla="val 23520"/>
            </a:avLst>
          </a:prstGeom>
          <a:solidFill>
            <a:srgbClr val="ead1dc"/>
          </a:solidFill>
          <a:ln w="9525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4080" bIns="64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ead1dc"/>
              </a:solidFill>
              <a:highlight>
                <a:srgbClr val="ead1dc"/>
              </a:highlight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Random Forests Pros and Cons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PlaceHolder 2"/>
          <p:cNvSpPr>
            <a:spLocks noGrp="1"/>
          </p:cNvSpPr>
          <p:nvPr>
            <p:ph type="sldNum" idx="46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06A16BC-AE87-475B-AB9A-3266226BDB18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5" name="Google Shape;1106;p48"/>
          <p:cNvSpPr/>
          <p:nvPr/>
        </p:nvSpPr>
        <p:spPr>
          <a:xfrm>
            <a:off x="739800" y="760680"/>
            <a:ext cx="3729240" cy="31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4572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Pros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Great performance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No feature normalization needed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Works well for mixture feature types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Google Shape;1107;p48"/>
          <p:cNvSpPr/>
          <p:nvPr/>
        </p:nvSpPr>
        <p:spPr>
          <a:xfrm>
            <a:off x="4695120" y="760680"/>
            <a:ext cx="3729240" cy="310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4572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Cons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Difficult to interpret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001"/>
              </a:spcBef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Not good choice for high-dimensional data comparing with linear models 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7" name="Google Shape;1108;p48"/>
          <p:cNvSpPr/>
          <p:nvPr/>
        </p:nvSpPr>
        <p:spPr>
          <a:xfrm>
            <a:off x="1208520" y="991440"/>
            <a:ext cx="339480" cy="339480"/>
          </a:xfrm>
          <a:custGeom>
            <a:avLst/>
            <a:gdLst>
              <a:gd name="textAreaLeft" fmla="*/ 0 w 339480"/>
              <a:gd name="textAreaRight" fmla="*/ 340920 w 339480"/>
              <a:gd name="textAreaTop" fmla="*/ 0 h 339480"/>
              <a:gd name="textAreaBottom" fmla="*/ 340920 h 339480"/>
            </a:gdLst>
            <a:ahLst/>
            <a:rect l="textAreaLeft" t="textAreaTop" r="textAreaRight" b="textAreaBottom"/>
            <a:pathLst>
              <a:path fill="none" w="16221" h="16222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w="1905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978" name="Google Shape;1109;p48"/>
          <p:cNvSpPr/>
          <p:nvPr/>
        </p:nvSpPr>
        <p:spPr>
          <a:xfrm>
            <a:off x="5171760" y="1013040"/>
            <a:ext cx="339480" cy="296280"/>
          </a:xfrm>
          <a:custGeom>
            <a:avLst/>
            <a:gdLst>
              <a:gd name="textAreaLeft" fmla="*/ 0 w 339480"/>
              <a:gd name="textAreaRight" fmla="*/ 340920 w 339480"/>
              <a:gd name="textAreaTop" fmla="*/ 0 h 296280"/>
              <a:gd name="textAreaBottom" fmla="*/ 297720 h 296280"/>
            </a:gdLst>
            <a:ahLst/>
            <a:rect l="textAreaLeft" t="textAreaTop" r="textAreaRight" b="textAreaBottom"/>
            <a:pathLst>
              <a:path fill="none" w="16221" h="14176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w="1905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Gradient Boosting Decision Trees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PlaceHolder 2"/>
          <p:cNvSpPr>
            <a:spLocks noGrp="1"/>
          </p:cNvSpPr>
          <p:nvPr>
            <p:ph type="sldNum" idx="47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B18EFAF-DF10-4007-836E-3D18061ECE4E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1" name="Google Shape;1116;p49"/>
          <p:cNvSpPr/>
          <p:nvPr/>
        </p:nvSpPr>
        <p:spPr>
          <a:xfrm>
            <a:off x="578880" y="835560"/>
            <a:ext cx="78454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Iterative process to build series of shallow  (week ) trees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2" name="Google Shape;1117;p49" descr=""/>
          <p:cNvPicPr/>
          <p:nvPr/>
        </p:nvPicPr>
        <p:blipFill>
          <a:blip r:embed="rId1"/>
          <a:stretch/>
        </p:blipFill>
        <p:spPr>
          <a:xfrm>
            <a:off x="609480" y="1426680"/>
            <a:ext cx="4646880" cy="1055880"/>
          </a:xfrm>
          <a:prstGeom prst="rect">
            <a:avLst/>
          </a:prstGeom>
          <a:ln w="0">
            <a:noFill/>
          </a:ln>
        </p:spPr>
      </p:pic>
      <p:sp>
        <p:nvSpPr>
          <p:cNvPr id="983" name="Google Shape;1118;p49"/>
          <p:cNvSpPr/>
          <p:nvPr/>
        </p:nvSpPr>
        <p:spPr>
          <a:xfrm>
            <a:off x="228600" y="2757960"/>
            <a:ext cx="8914320" cy="228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clf = GradientBoostingClassifier(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learning_rate=0.01, # (default=0.1) larger value -&gt;  more complex trees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max_depth=3, # (default=3)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# n_estimators= 10,  (default=100)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).fit(X_train, y_train)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Google Shape;1119;p49"/>
          <p:cNvSpPr/>
          <p:nvPr/>
        </p:nvSpPr>
        <p:spPr>
          <a:xfrm>
            <a:off x="6430320" y="1503000"/>
            <a:ext cx="225540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700" spc="-1" strike="noStrike">
                <a:solidFill>
                  <a:srgbClr val="ead1dc"/>
                </a:solidFill>
                <a:latin typeface="Titillium Web"/>
                <a:ea typeface="Titillium Web"/>
              </a:rPr>
              <a:t>learning_rate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Google Shape;1120;p49"/>
          <p:cNvSpPr/>
          <p:nvPr/>
        </p:nvSpPr>
        <p:spPr>
          <a:xfrm>
            <a:off x="5780520" y="1538640"/>
            <a:ext cx="647640" cy="546480"/>
          </a:xfrm>
          <a:prstGeom prst="mathPlus">
            <a:avLst>
              <a:gd name="adj1" fmla="val 23520"/>
            </a:avLst>
          </a:prstGeom>
          <a:solidFill>
            <a:srgbClr val="ead1dc"/>
          </a:solidFill>
          <a:ln w="9525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4080" bIns="64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ead1dc"/>
              </a:solidFill>
              <a:highlight>
                <a:srgbClr val="ead1dc"/>
              </a:highlight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sldNum" idx="48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A0AE4A3-2C66-4766-9656-10BFC2D955BB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87" name="Google Shape;1126;p50"/>
          <p:cNvSpPr/>
          <p:nvPr/>
        </p:nvSpPr>
        <p:spPr>
          <a:xfrm>
            <a:off x="6174720" y="827640"/>
            <a:ext cx="24850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Fruits dataset 2D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8" name="Google Shape;1127;p50" descr=""/>
          <p:cNvPicPr/>
          <p:nvPr/>
        </p:nvPicPr>
        <p:blipFill>
          <a:blip r:embed="rId1"/>
          <a:stretch/>
        </p:blipFill>
        <p:spPr>
          <a:xfrm>
            <a:off x="533160" y="536040"/>
            <a:ext cx="5396400" cy="4100760"/>
          </a:xfrm>
          <a:prstGeom prst="rect">
            <a:avLst/>
          </a:prstGeom>
          <a:ln w="0">
            <a:noFill/>
          </a:ln>
        </p:spPr>
      </p:pic>
      <p:sp>
        <p:nvSpPr>
          <p:cNvPr id="989" name="Google Shape;1128;p50"/>
          <p:cNvSpPr/>
          <p:nvPr/>
        </p:nvSpPr>
        <p:spPr>
          <a:xfrm>
            <a:off x="6174720" y="1522800"/>
            <a:ext cx="2738880" cy="8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chemeClr val="lt1"/>
                </a:solidFill>
                <a:latin typeface="Titillium Web"/>
                <a:ea typeface="Titillium Web"/>
              </a:rPr>
              <a:t>train accuracy= 95.455%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chemeClr val="lt1"/>
                </a:solidFill>
                <a:latin typeface="Titillium Web"/>
                <a:ea typeface="Titillium Web"/>
              </a:rPr>
              <a:t>test accuracy= 80.000%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XGBo</a:t>
            </a: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ost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1" name="PlaceHolder 2"/>
          <p:cNvSpPr>
            <a:spLocks noGrp="1"/>
          </p:cNvSpPr>
          <p:nvPr>
            <p:ph type="sldNum" idx="49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A29DAE4-C0AB-4F8E-AB96-B9DF958CC76A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2" name="Google Shape;1135;p51"/>
          <p:cNvSpPr/>
          <p:nvPr/>
        </p:nvSpPr>
        <p:spPr>
          <a:xfrm>
            <a:off x="578880" y="835560"/>
            <a:ext cx="78454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2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Extremely fast gradient boosting modifications that allows to apply L1 and L2 regularizations 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3" name="Google Shape;1136;p51"/>
          <p:cNvSpPr/>
          <p:nvPr/>
        </p:nvSpPr>
        <p:spPr>
          <a:xfrm>
            <a:off x="578880" y="3291480"/>
            <a:ext cx="5152680" cy="93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from </a:t>
            </a:r>
            <a:r>
              <a:rPr b="1" lang="en" sz="2400" spc="-1" strike="noStrike">
                <a:solidFill>
                  <a:srgbClr val="ead1dc"/>
                </a:solidFill>
                <a:latin typeface="Titillium Web"/>
                <a:ea typeface="Titillium Web"/>
              </a:rPr>
              <a:t>xgboost</a:t>
            </a: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 import XGBClassifier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clf = XGBClassifier() .fit(X_train, y_train)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4" name="Google Shape;1137;p51"/>
          <p:cNvSpPr/>
          <p:nvPr/>
        </p:nvSpPr>
        <p:spPr>
          <a:xfrm>
            <a:off x="3614760" y="1883880"/>
            <a:ext cx="5152680" cy="14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700" spc="-1" strike="noStrike">
                <a:solidFill>
                  <a:srgbClr val="ead1dc"/>
                </a:solidFill>
                <a:latin typeface="Titillium Web"/>
                <a:ea typeface="Titillium Web"/>
              </a:rPr>
              <a:t>reg_alpha : L1 regularization 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" sz="2700" spc="-1" strike="noStrike">
                <a:solidFill>
                  <a:srgbClr val="ead1dc"/>
                </a:solidFill>
                <a:latin typeface="Titillium Web"/>
                <a:ea typeface="Titillium Web"/>
              </a:rPr>
              <a:t>reg_lambda :  L2 regularization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5" name="Google Shape;1138;p51"/>
          <p:cNvSpPr/>
          <p:nvPr/>
        </p:nvSpPr>
        <p:spPr>
          <a:xfrm>
            <a:off x="2751120" y="2101680"/>
            <a:ext cx="647640" cy="546480"/>
          </a:xfrm>
          <a:prstGeom prst="mathPlus">
            <a:avLst>
              <a:gd name="adj1" fmla="val 23520"/>
            </a:avLst>
          </a:prstGeom>
          <a:solidFill>
            <a:srgbClr val="ead1dc"/>
          </a:solidFill>
          <a:ln w="9525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4080" bIns="6408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ead1dc"/>
              </a:solidFill>
              <a:highlight>
                <a:srgbClr val="ead1dc"/>
              </a:highlight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/>
          </p:cNvSpPr>
          <p:nvPr>
            <p:ph type="title"/>
          </p:nvPr>
        </p:nvSpPr>
        <p:spPr>
          <a:xfrm>
            <a:off x="1197720" y="982080"/>
            <a:ext cx="3760560" cy="342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Use load_breast_cancer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and classify with: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50000"/>
              </a:lnSpc>
              <a:spcBef>
                <a:spcPts val="1001"/>
              </a:spcBef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Decision Trees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5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Random Forest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5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GBDT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-380880">
              <a:lnSpc>
                <a:spcPct val="150000"/>
              </a:lnSpc>
              <a:buClr>
                <a:srgbClr val="ffffff"/>
              </a:buClr>
              <a:buFont typeface="Titillium Web"/>
              <a:buChar char="●"/>
              <a:tabLst>
                <a:tab algn="l" pos="0"/>
              </a:tabLst>
            </a:pPr>
            <a:r>
              <a:rPr b="0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XGBoost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7" name="PlaceHolder 2"/>
          <p:cNvSpPr>
            <a:spLocks noGrp="1"/>
          </p:cNvSpPr>
          <p:nvPr>
            <p:ph type="sldNum" idx="50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0DFD660-0150-49DA-A1B5-86DAF8E54E4B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title"/>
          </p:nvPr>
        </p:nvSpPr>
        <p:spPr>
          <a:xfrm>
            <a:off x="599400" y="182520"/>
            <a:ext cx="446076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chemeClr val="lt1"/>
                </a:solidFill>
                <a:latin typeface="Titillium Web"/>
                <a:ea typeface="Titillium Web"/>
              </a:rPr>
              <a:t>Home Task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9" name="Google Shape;1146;p52"/>
          <p:cNvSpPr/>
          <p:nvPr/>
        </p:nvSpPr>
        <p:spPr>
          <a:xfrm>
            <a:off x="6792120" y="320760"/>
            <a:ext cx="384480" cy="335160"/>
          </a:xfrm>
          <a:custGeom>
            <a:avLst/>
            <a:gdLst>
              <a:gd name="textAreaLeft" fmla="*/ 0 w 384480"/>
              <a:gd name="textAreaRight" fmla="*/ 385920 w 384480"/>
              <a:gd name="textAreaTop" fmla="*/ 0 h 335160"/>
              <a:gd name="textAreaBottom" fmla="*/ 336600 h 335160"/>
            </a:gdLst>
            <a:ahLst/>
            <a:rect l="textAreaLeft" t="textAreaTop" r="textAreaRight" b="textAreaBottom"/>
            <a:pathLst>
              <a:path fill="none" w="18365" h="16026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cap="rnd" w="1217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grpSp>
        <p:nvGrpSpPr>
          <p:cNvPr id="1000" name="Google Shape;1147;p52"/>
          <p:cNvGrpSpPr/>
          <p:nvPr/>
        </p:nvGrpSpPr>
        <p:grpSpPr>
          <a:xfrm>
            <a:off x="599400" y="1114200"/>
            <a:ext cx="298080" cy="423000"/>
            <a:chOff x="599400" y="1114200"/>
            <a:chExt cx="298080" cy="423000"/>
          </a:xfrm>
        </p:grpSpPr>
        <p:sp>
          <p:nvSpPr>
            <p:cNvPr id="1001" name="Google Shape;1148;p52"/>
            <p:cNvSpPr/>
            <p:nvPr/>
          </p:nvSpPr>
          <p:spPr>
            <a:xfrm>
              <a:off x="599400" y="1117080"/>
              <a:ext cx="36000" cy="420120"/>
            </a:xfrm>
            <a:custGeom>
              <a:avLst/>
              <a:gdLst>
                <a:gd name="textAreaLeft" fmla="*/ 0 w 36000"/>
                <a:gd name="textAreaRight" fmla="*/ 37440 w 36000"/>
                <a:gd name="textAreaTop" fmla="*/ 0 h 420120"/>
                <a:gd name="textAreaBottom" fmla="*/ 421560 h 420120"/>
              </a:gdLst>
              <a:ahLst/>
              <a:rect l="textAreaLeft" t="textAreaTop" r="textAreaRight" b="textAreaBottom"/>
              <a:pathLst>
                <a:path fill="none" w="1779" h="2006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w="1905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  <p:sp>
          <p:nvSpPr>
            <p:cNvPr id="1002" name="Google Shape;1149;p52"/>
            <p:cNvSpPr/>
            <p:nvPr/>
          </p:nvSpPr>
          <p:spPr>
            <a:xfrm>
              <a:off x="647280" y="1114200"/>
              <a:ext cx="250200" cy="191160"/>
            </a:xfrm>
            <a:custGeom>
              <a:avLst/>
              <a:gdLst>
                <a:gd name="textAreaLeft" fmla="*/ 0 w 250200"/>
                <a:gd name="textAreaRight" fmla="*/ 251640 w 250200"/>
                <a:gd name="textAreaTop" fmla="*/ 0 h 191160"/>
                <a:gd name="textAreaBottom" fmla="*/ 192600 h 191160"/>
              </a:gdLst>
              <a:ahLst/>
              <a:rect l="textAreaLeft" t="textAreaTop" r="textAreaRight" b="textAreaBottom"/>
              <a:pathLst>
                <a:path fill="none" w="11984" h="9158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w="1905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  <a:ea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PlaceHolder 1"/>
          <p:cNvSpPr>
            <a:spLocks noGrp="1"/>
          </p:cNvSpPr>
          <p:nvPr>
            <p:ph type="sldNum" idx="51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5BBD748-BF49-42B2-BEB0-3A3D4C6F0720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4" name="PlaceHolder 2"/>
          <p:cNvSpPr>
            <a:spLocks noGrp="1"/>
          </p:cNvSpPr>
          <p:nvPr>
            <p:ph type="title"/>
          </p:nvPr>
        </p:nvSpPr>
        <p:spPr>
          <a:xfrm>
            <a:off x="509040" y="0"/>
            <a:ext cx="7684560" cy="7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Learn more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Google Shape;1166;p54"/>
          <p:cNvSpPr/>
          <p:nvPr/>
        </p:nvSpPr>
        <p:spPr>
          <a:xfrm>
            <a:off x="801720" y="832680"/>
            <a:ext cx="7480440" cy="3796560"/>
          </a:xfrm>
          <a:prstGeom prst="rect">
            <a:avLst/>
          </a:prstGeom>
          <a:solidFill>
            <a:schemeClr val="lt1"/>
          </a:solidFill>
          <a:ln w="9525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Applied Machine Learning in Python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1"/>
              </a:rPr>
              <a:t>https://www.coursera.org/learn/python-machine-learning</a:t>
            </a: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Chapter 4: Decision Trees Algorithms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2"/>
              </a:rPr>
              <a:t>https://medium.com/deep-math-machine-learning-ai/chapter-4-decision-trees-algorithms-b93975f7a1f1</a:t>
            </a: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Decision Tree (video tutorial)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3"/>
              </a:rPr>
              <a:t>https://www.youtube.com/playlist?list=PLBv09BD7ez_4temBw7vLA19p3tdQH6FYO</a:t>
            </a: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sklearn.tree.DecisionTreeClassifier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4"/>
              </a:rPr>
              <a:t>https://scikit-learn.org/stable/modules/generated/sklearn.tree.DecisionTreeClassifier.html#sklearn.tree.DecisionTreeClassifier</a:t>
            </a: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 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sklearn.ensemble.GradientBoostingClassifier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5"/>
              </a:rPr>
              <a:t>https://scikit-learn.org/stable/modules/generated/sklearn.ensemble.GradientBoostingClassifier.html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>
                <a:solidFill>
                  <a:schemeClr val="dk1"/>
                </a:solidFill>
                <a:latin typeface="Arial"/>
                <a:ea typeface="Arial"/>
              </a:rPr>
              <a:t>xgboost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200" spc="-1" strike="noStrike" u="sng">
                <a:solidFill>
                  <a:schemeClr val="hlink"/>
                </a:solidFill>
                <a:uFillTx/>
                <a:latin typeface="Arial"/>
                <a:ea typeface="Arial"/>
                <a:hlinkClick r:id="rId6"/>
              </a:rPr>
              <a:t>https://xgboost.readthedocs.io/en/latest/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PlaceHolder 1"/>
          <p:cNvSpPr>
            <a:spLocks noGrp="1"/>
          </p:cNvSpPr>
          <p:nvPr>
            <p:ph type="sldNum" idx="52"/>
          </p:nvPr>
        </p:nvSpPr>
        <p:spPr>
          <a:xfrm>
            <a:off x="8586720" y="-11880"/>
            <a:ext cx="555840" cy="54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70534B1-1418-40E6-B355-18CA9051A277}" type="slidenum">
              <a:rPr b="0" lang="en" sz="1400" spc="-1" strike="noStrike">
                <a:solidFill>
                  <a:srgbClr val="ffffff"/>
                </a:solidFill>
                <a:latin typeface="Titillium Web"/>
                <a:ea typeface="Titillium Web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7" name="PlaceHolder 2"/>
          <p:cNvSpPr>
            <a:spLocks noGrp="1"/>
          </p:cNvSpPr>
          <p:nvPr>
            <p:ph type="title"/>
          </p:nvPr>
        </p:nvSpPr>
        <p:spPr>
          <a:xfrm>
            <a:off x="452880" y="621000"/>
            <a:ext cx="3983760" cy="856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000" spc="-1" strike="noStrike">
                <a:solidFill>
                  <a:schemeClr val="lt1"/>
                </a:solidFill>
                <a:latin typeface="Titillium Web"/>
                <a:ea typeface="Titillium Web"/>
              </a:rPr>
              <a:t>THANKS!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8" name="PlaceHolder 3"/>
          <p:cNvSpPr>
            <a:spLocks noGrp="1"/>
          </p:cNvSpPr>
          <p:nvPr>
            <p:ph/>
          </p:nvPr>
        </p:nvSpPr>
        <p:spPr>
          <a:xfrm>
            <a:off x="452880" y="2116440"/>
            <a:ext cx="3983760" cy="95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" sz="2400" spc="-1" strike="noStrike">
                <a:solidFill>
                  <a:schemeClr val="lt1"/>
                </a:solidFill>
                <a:latin typeface="Titillium Web"/>
                <a:ea typeface="Titillium Web"/>
              </a:rPr>
              <a:t>Any questions?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583</TotalTime>
  <Application>LibreOffice/24.2.7.2$Linux_X86_64 LibreOffice_project/420$Build-2</Application>
  <AppVersion>15.0000</AppVersion>
  <Words>1347</Words>
  <Paragraphs>304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2026-04-07T15:47:17Z</dcterms:modified>
  <cp:revision>6</cp:revision>
  <dc:subject/>
  <dc:title>Data Science Camp 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40</vt:i4>
  </property>
  <property fmtid="{D5CDD505-2E9C-101B-9397-08002B2CF9AE}" pid="3" name="PresentationFormat">
    <vt:lpwstr>On-screen Show (16:9)</vt:lpwstr>
  </property>
  <property fmtid="{D5CDD505-2E9C-101B-9397-08002B2CF9AE}" pid="4" name="Slides">
    <vt:i4>40</vt:i4>
  </property>
</Properties>
</file>